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Noto Sans CJK KR Regular" panose="020B0600000101010101" charset="-127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3802" autoAdjust="0"/>
  </p:normalViewPr>
  <p:slideViewPr>
    <p:cSldViewPr>
      <p:cViewPr varScale="1">
        <p:scale>
          <a:sx n="106" d="100"/>
          <a:sy n="106" d="100"/>
        </p:scale>
        <p:origin x="77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346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[0:00–0:07] </a:t>
            </a:r>
            <a:r>
              <a:rPr dirty="0" err="1"/>
              <a:t>표지</a:t>
            </a:r>
            <a:endParaRPr dirty="0"/>
          </a:p>
          <a:p>
            <a:r>
              <a:rPr dirty="0" err="1"/>
              <a:t>안녕하세요</a:t>
            </a:r>
            <a:r>
              <a:rPr dirty="0"/>
              <a:t>, </a:t>
            </a:r>
            <a:r>
              <a:rPr dirty="0" err="1"/>
              <a:t>파이브</a:t>
            </a:r>
            <a:r>
              <a:rPr dirty="0"/>
              <a:t> </a:t>
            </a:r>
            <a:r>
              <a:rPr dirty="0" err="1"/>
              <a:t>가이즈입니다</a:t>
            </a:r>
            <a:r>
              <a:rPr dirty="0"/>
              <a:t>. </a:t>
            </a:r>
            <a:r>
              <a:rPr lang="ko-KR" altLang="en-US" dirty="0"/>
              <a:t>저희가 소개할 서비스는 </a:t>
            </a:r>
            <a:r>
              <a:rPr dirty="0" err="1"/>
              <a:t>흩어진</a:t>
            </a:r>
            <a:r>
              <a:rPr dirty="0"/>
              <a:t> </a:t>
            </a:r>
            <a:r>
              <a:rPr dirty="0" err="1"/>
              <a:t>장애아동</a:t>
            </a:r>
            <a:r>
              <a:rPr dirty="0"/>
              <a:t> </a:t>
            </a:r>
            <a:r>
              <a:rPr dirty="0" err="1"/>
              <a:t>지원을</a:t>
            </a:r>
            <a:r>
              <a:rPr dirty="0"/>
              <a:t> </a:t>
            </a:r>
            <a:r>
              <a:rPr dirty="0" err="1"/>
              <a:t>하나로</a:t>
            </a:r>
            <a:r>
              <a:rPr dirty="0"/>
              <a:t> </a:t>
            </a:r>
            <a:r>
              <a:rPr dirty="0" err="1"/>
              <a:t>잇는</a:t>
            </a:r>
            <a:r>
              <a:rPr dirty="0"/>
              <a:t> AI, ‘</a:t>
            </a:r>
            <a:r>
              <a:rPr dirty="0" err="1"/>
              <a:t>이음’입니다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[0:07–0:27] </a:t>
            </a:r>
            <a:r>
              <a:rPr dirty="0" err="1"/>
              <a:t>문제</a:t>
            </a:r>
            <a:r>
              <a:rPr dirty="0"/>
              <a:t> ① </a:t>
            </a:r>
            <a:r>
              <a:rPr dirty="0" err="1"/>
              <a:t>숫자</a:t>
            </a:r>
            <a:endParaRPr dirty="0"/>
          </a:p>
          <a:p>
            <a:r>
              <a:rPr lang="ko-KR" altLang="en-US" dirty="0"/>
              <a:t>아이는 </a:t>
            </a:r>
            <a:r>
              <a:rPr lang="ko-KR" altLang="en-US" dirty="0" err="1"/>
              <a:t>줄고있지만</a:t>
            </a:r>
            <a:r>
              <a:rPr lang="en-US" altLang="ko-KR" dirty="0"/>
              <a:t>, </a:t>
            </a:r>
            <a:r>
              <a:rPr dirty="0" err="1"/>
              <a:t>도움이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아이는</a:t>
            </a:r>
            <a:r>
              <a:rPr dirty="0"/>
              <a:t> </a:t>
            </a:r>
            <a:r>
              <a:rPr dirty="0" err="1"/>
              <a:t>늘고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그 </a:t>
            </a:r>
            <a:r>
              <a:rPr dirty="0" err="1"/>
              <a:t>돌봄은</a:t>
            </a:r>
            <a:r>
              <a:rPr dirty="0"/>
              <a:t> </a:t>
            </a:r>
            <a:r>
              <a:rPr dirty="0" err="1"/>
              <a:t>고스란히</a:t>
            </a:r>
            <a:r>
              <a:rPr dirty="0"/>
              <a:t> </a:t>
            </a:r>
            <a:r>
              <a:rPr dirty="0" err="1"/>
              <a:t>부모의</a:t>
            </a:r>
            <a:r>
              <a:rPr dirty="0"/>
              <a:t> </a:t>
            </a:r>
            <a:r>
              <a:rPr dirty="0" err="1"/>
              <a:t>몫입니다</a:t>
            </a:r>
            <a:r>
              <a:rPr dirty="0"/>
              <a:t>.</a:t>
            </a:r>
            <a:endParaRPr lang="en-US" dirty="0"/>
          </a:p>
          <a:p>
            <a:r>
              <a:rPr dirty="0" err="1"/>
              <a:t>발달장애</a:t>
            </a:r>
            <a:r>
              <a:rPr dirty="0"/>
              <a:t> </a:t>
            </a:r>
            <a:r>
              <a:rPr dirty="0" err="1"/>
              <a:t>자녀를</a:t>
            </a:r>
            <a:r>
              <a:rPr dirty="0"/>
              <a:t> 둔 </a:t>
            </a:r>
            <a:r>
              <a:rPr dirty="0" err="1"/>
              <a:t>어머니</a:t>
            </a:r>
            <a:r>
              <a:rPr dirty="0"/>
              <a:t> 네 명 중 세 </a:t>
            </a:r>
            <a:r>
              <a:rPr dirty="0" err="1"/>
              <a:t>명이</a:t>
            </a:r>
            <a:r>
              <a:rPr dirty="0"/>
              <a:t>, </a:t>
            </a:r>
            <a:r>
              <a:rPr dirty="0" err="1"/>
              <a:t>돌봄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 </a:t>
            </a:r>
            <a:r>
              <a:rPr dirty="0" err="1"/>
              <a:t>일을</a:t>
            </a:r>
            <a:r>
              <a:rPr dirty="0"/>
              <a:t> </a:t>
            </a:r>
            <a:r>
              <a:rPr dirty="0" err="1"/>
              <a:t>그만</a:t>
            </a:r>
            <a:r>
              <a:rPr lang="ko-KR" altLang="en-US" dirty="0"/>
              <a:t>두고 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[0:27–0:42] </a:t>
            </a:r>
            <a:r>
              <a:rPr dirty="0" err="1"/>
              <a:t>문제</a:t>
            </a:r>
            <a:r>
              <a:rPr dirty="0"/>
              <a:t> ② 755억</a:t>
            </a:r>
          </a:p>
          <a:p>
            <a:r>
              <a:rPr dirty="0" err="1"/>
              <a:t>지원은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그런데</a:t>
            </a:r>
            <a:r>
              <a:rPr dirty="0"/>
              <a:t> </a:t>
            </a:r>
            <a:r>
              <a:rPr dirty="0" err="1"/>
              <a:t>작년</a:t>
            </a:r>
            <a:r>
              <a:rPr dirty="0"/>
              <a:t> 한 </a:t>
            </a:r>
            <a:r>
              <a:rPr dirty="0" err="1"/>
              <a:t>해에만</a:t>
            </a:r>
            <a:r>
              <a:rPr dirty="0"/>
              <a:t> </a:t>
            </a:r>
            <a:r>
              <a:rPr dirty="0" err="1"/>
              <a:t>발달재활</a:t>
            </a:r>
            <a:r>
              <a:rPr dirty="0"/>
              <a:t> </a:t>
            </a:r>
            <a:r>
              <a:rPr dirty="0" err="1"/>
              <a:t>바우처</a:t>
            </a:r>
            <a:r>
              <a:rPr dirty="0"/>
              <a:t> 755억 원, </a:t>
            </a:r>
            <a:r>
              <a:rPr dirty="0" err="1"/>
              <a:t>전체의</a:t>
            </a:r>
            <a:r>
              <a:rPr dirty="0"/>
              <a:t> 26%가 </a:t>
            </a:r>
            <a:r>
              <a:rPr dirty="0" err="1"/>
              <a:t>쓰이지</a:t>
            </a:r>
            <a:r>
              <a:rPr dirty="0"/>
              <a:t> </a:t>
            </a:r>
            <a:r>
              <a:rPr dirty="0" err="1"/>
              <a:t>못했습니다</a:t>
            </a:r>
            <a:r>
              <a:rPr dirty="0"/>
              <a:t>.</a:t>
            </a:r>
          </a:p>
          <a:p>
            <a:r>
              <a:rPr dirty="0" err="1"/>
              <a:t>돈이</a:t>
            </a:r>
            <a:r>
              <a:rPr dirty="0"/>
              <a:t> </a:t>
            </a:r>
            <a:r>
              <a:rPr dirty="0" err="1"/>
              <a:t>없어서가</a:t>
            </a:r>
            <a:r>
              <a:rPr dirty="0"/>
              <a:t> </a:t>
            </a:r>
            <a:r>
              <a:rPr lang="ko-KR" altLang="en-US" dirty="0"/>
              <a:t>아니라</a:t>
            </a:r>
            <a:r>
              <a:rPr lang="en-US" altLang="ko-KR" dirty="0"/>
              <a:t>,</a:t>
            </a:r>
            <a:r>
              <a:rPr dirty="0"/>
              <a:t> </a:t>
            </a:r>
            <a:r>
              <a:rPr lang="ko-KR" altLang="en-US" dirty="0"/>
              <a:t>있는데 사용하지 못하고 </a:t>
            </a:r>
            <a:r>
              <a:rPr lang="ko-KR" altLang="en-US" dirty="0" err="1"/>
              <a:t>있는겁니다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[0:42–0:55] </a:t>
            </a:r>
            <a:r>
              <a:rPr dirty="0" err="1"/>
              <a:t>문제</a:t>
            </a:r>
            <a:r>
              <a:rPr dirty="0"/>
              <a:t> ③ </a:t>
            </a:r>
            <a:r>
              <a:rPr dirty="0" err="1"/>
              <a:t>분절</a:t>
            </a:r>
            <a:endParaRPr dirty="0"/>
          </a:p>
          <a:p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전문가들의</a:t>
            </a:r>
            <a:r>
              <a:rPr dirty="0"/>
              <a:t> </a:t>
            </a:r>
            <a:r>
              <a:rPr dirty="0" err="1"/>
              <a:t>진단</a:t>
            </a:r>
            <a:r>
              <a:rPr lang="ko-KR" altLang="en-US" dirty="0"/>
              <a:t>은 다음과 같습니다</a:t>
            </a:r>
            <a:r>
              <a:rPr dirty="0"/>
              <a:t>. </a:t>
            </a:r>
            <a:r>
              <a:rPr dirty="0" err="1"/>
              <a:t>의료</a:t>
            </a:r>
            <a:r>
              <a:rPr dirty="0"/>
              <a:t>, </a:t>
            </a:r>
            <a:r>
              <a:rPr dirty="0" err="1"/>
              <a:t>교육</a:t>
            </a:r>
            <a:r>
              <a:rPr dirty="0"/>
              <a:t>, </a:t>
            </a:r>
            <a:r>
              <a:rPr dirty="0" err="1"/>
              <a:t>돌봄이</a:t>
            </a:r>
            <a:r>
              <a:rPr dirty="0"/>
              <a:t> </a:t>
            </a:r>
            <a:r>
              <a:rPr dirty="0" err="1"/>
              <a:t>따로</a:t>
            </a:r>
            <a:r>
              <a:rPr dirty="0"/>
              <a:t> </a:t>
            </a:r>
            <a:r>
              <a:rPr dirty="0" err="1"/>
              <a:t>돌아가면서</a:t>
            </a:r>
            <a:r>
              <a:rPr dirty="0"/>
              <a:t> </a:t>
            </a:r>
            <a:r>
              <a:rPr dirty="0" err="1"/>
              <a:t>생긴</a:t>
            </a:r>
            <a:r>
              <a:rPr dirty="0"/>
              <a:t> </a:t>
            </a:r>
            <a:r>
              <a:rPr dirty="0" err="1"/>
              <a:t>빈틈을</a:t>
            </a:r>
            <a:r>
              <a:rPr dirty="0"/>
              <a:t>, </a:t>
            </a:r>
            <a:r>
              <a:rPr dirty="0" err="1"/>
              <a:t>결국</a:t>
            </a:r>
            <a:r>
              <a:rPr dirty="0"/>
              <a:t> </a:t>
            </a:r>
            <a:r>
              <a:rPr dirty="0" err="1"/>
              <a:t>부모가</a:t>
            </a:r>
            <a:r>
              <a:rPr dirty="0"/>
              <a:t> 메</a:t>
            </a:r>
            <a:r>
              <a:rPr lang="ko-KR" altLang="en-US" dirty="0" err="1"/>
              <a:t>워야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  <a:endParaRPr dirty="0"/>
          </a:p>
          <a:p>
            <a:r>
              <a:rPr dirty="0" err="1"/>
              <a:t>지원은</a:t>
            </a:r>
            <a:r>
              <a:rPr dirty="0"/>
              <a:t> </a:t>
            </a:r>
            <a:r>
              <a:rPr dirty="0" err="1"/>
              <a:t>기관마다</a:t>
            </a:r>
            <a:r>
              <a:rPr dirty="0"/>
              <a:t> </a:t>
            </a:r>
            <a:r>
              <a:rPr dirty="0" err="1"/>
              <a:t>흩어져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</a:t>
            </a:r>
            <a:r>
              <a:rPr dirty="0" err="1"/>
              <a:t>그걸</a:t>
            </a:r>
            <a:r>
              <a:rPr dirty="0"/>
              <a:t> </a:t>
            </a:r>
            <a:r>
              <a:rPr dirty="0" err="1"/>
              <a:t>감당하는</a:t>
            </a:r>
            <a:r>
              <a:rPr dirty="0"/>
              <a:t> 건 </a:t>
            </a:r>
            <a:r>
              <a:rPr dirty="0" err="1"/>
              <a:t>부모</a:t>
            </a:r>
            <a:r>
              <a:rPr dirty="0"/>
              <a:t> </a:t>
            </a:r>
            <a:r>
              <a:rPr dirty="0" err="1"/>
              <a:t>혼자입니다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[0:55–1:24] </a:t>
            </a:r>
            <a:r>
              <a:rPr dirty="0" err="1"/>
              <a:t>솔루션</a:t>
            </a:r>
            <a:endParaRPr dirty="0"/>
          </a:p>
          <a:p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저희는</a:t>
            </a:r>
            <a:r>
              <a:rPr dirty="0"/>
              <a:t> ‘</a:t>
            </a:r>
            <a:r>
              <a:rPr dirty="0" err="1"/>
              <a:t>이음’을</a:t>
            </a:r>
            <a:r>
              <a:rPr dirty="0"/>
              <a:t> </a:t>
            </a:r>
            <a:r>
              <a:rPr dirty="0" err="1"/>
              <a:t>만들었습니다</a:t>
            </a:r>
            <a:r>
              <a:rPr dirty="0"/>
              <a:t>. </a:t>
            </a:r>
            <a:r>
              <a:rPr dirty="0" err="1"/>
              <a:t>부모</a:t>
            </a:r>
            <a:r>
              <a:rPr lang="ko-KR" altLang="en-US" dirty="0"/>
              <a:t>님은</a:t>
            </a:r>
            <a:r>
              <a:rPr dirty="0"/>
              <a:t> </a:t>
            </a:r>
            <a:r>
              <a:rPr lang="ko-KR" altLang="en-US" dirty="0"/>
              <a:t>찾고 싶은 유형을 등록해두기만 하면 됩니다</a:t>
            </a:r>
            <a:r>
              <a:rPr dirty="0"/>
              <a:t>.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아이</a:t>
            </a:r>
            <a:r>
              <a:rPr dirty="0"/>
              <a:t> 한 명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묶어</a:t>
            </a:r>
            <a:r>
              <a:rPr dirty="0"/>
              <a:t> </a:t>
            </a:r>
            <a:r>
              <a:rPr dirty="0" err="1"/>
              <a:t>정리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dirty="0" err="1"/>
              <a:t>기능은</a:t>
            </a:r>
            <a:r>
              <a:rPr dirty="0"/>
              <a:t> 세 </a:t>
            </a:r>
            <a:r>
              <a:rPr dirty="0" err="1"/>
              <a:t>가지입니다</a:t>
            </a:r>
            <a:r>
              <a:rPr dirty="0"/>
              <a:t>. </a:t>
            </a:r>
            <a:r>
              <a:rPr dirty="0" err="1"/>
              <a:t>바우처와</a:t>
            </a:r>
            <a:r>
              <a:rPr dirty="0"/>
              <a:t> </a:t>
            </a:r>
            <a:r>
              <a:rPr dirty="0" err="1"/>
              <a:t>일정을</a:t>
            </a:r>
            <a:r>
              <a:rPr dirty="0"/>
              <a:t> 한 </a:t>
            </a:r>
            <a:r>
              <a:rPr dirty="0" err="1"/>
              <a:t>장부로</a:t>
            </a:r>
            <a:r>
              <a:rPr dirty="0"/>
              <a:t> </a:t>
            </a:r>
            <a:r>
              <a:rPr dirty="0" err="1"/>
              <a:t>묶는</a:t>
            </a:r>
            <a:r>
              <a:rPr dirty="0"/>
              <a:t> ‘한 장 </a:t>
            </a:r>
            <a:r>
              <a:rPr dirty="0" err="1"/>
              <a:t>장부</a:t>
            </a:r>
            <a:r>
              <a:rPr dirty="0"/>
              <a:t>’. </a:t>
            </a:r>
            <a:r>
              <a:rPr dirty="0" err="1"/>
              <a:t>우리</a:t>
            </a:r>
            <a:r>
              <a:rPr dirty="0"/>
              <a:t> </a:t>
            </a:r>
            <a:r>
              <a:rPr dirty="0" err="1"/>
              <a:t>아이에게</a:t>
            </a:r>
            <a:r>
              <a:rPr dirty="0"/>
              <a:t> </a:t>
            </a:r>
            <a:r>
              <a:rPr dirty="0" err="1"/>
              <a:t>맞는</a:t>
            </a:r>
            <a:r>
              <a:rPr dirty="0"/>
              <a:t> </a:t>
            </a:r>
            <a:r>
              <a:rPr dirty="0" err="1"/>
              <a:t>지원을</a:t>
            </a:r>
            <a:r>
              <a:rPr dirty="0"/>
              <a:t> </a:t>
            </a:r>
            <a:r>
              <a:rPr dirty="0" err="1"/>
              <a:t>찾아</a:t>
            </a:r>
            <a:r>
              <a:rPr dirty="0"/>
              <a:t> </a:t>
            </a:r>
            <a:r>
              <a:rPr dirty="0" err="1"/>
              <a:t>신청까지</a:t>
            </a:r>
            <a:r>
              <a:rPr dirty="0"/>
              <a:t> </a:t>
            </a:r>
            <a:r>
              <a:rPr dirty="0" err="1"/>
              <a:t>돕는</a:t>
            </a:r>
            <a:r>
              <a:rPr dirty="0"/>
              <a:t> ‘</a:t>
            </a:r>
            <a:r>
              <a:rPr dirty="0" err="1"/>
              <a:t>맞춤</a:t>
            </a:r>
            <a:r>
              <a:rPr dirty="0"/>
              <a:t> </a:t>
            </a:r>
            <a:r>
              <a:rPr dirty="0" err="1"/>
              <a:t>지원</a:t>
            </a:r>
            <a:r>
              <a:rPr dirty="0"/>
              <a:t> </a:t>
            </a:r>
            <a:r>
              <a:rPr dirty="0" err="1"/>
              <a:t>레이더</a:t>
            </a:r>
            <a:r>
              <a:rPr dirty="0"/>
              <a:t>’.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기관의</a:t>
            </a:r>
            <a:r>
              <a:rPr dirty="0"/>
              <a:t> </a:t>
            </a:r>
            <a:r>
              <a:rPr dirty="0" err="1"/>
              <a:t>기록을</a:t>
            </a:r>
            <a:r>
              <a:rPr dirty="0"/>
              <a:t> 한 </a:t>
            </a:r>
            <a:r>
              <a:rPr dirty="0" err="1"/>
              <a:t>장으로</a:t>
            </a:r>
            <a:r>
              <a:rPr dirty="0"/>
              <a:t> </a:t>
            </a:r>
            <a:r>
              <a:rPr dirty="0" err="1"/>
              <a:t>정리하는</a:t>
            </a:r>
            <a:r>
              <a:rPr dirty="0"/>
              <a:t> ‘</a:t>
            </a:r>
            <a:r>
              <a:rPr dirty="0" err="1"/>
              <a:t>아이</a:t>
            </a:r>
            <a:r>
              <a:rPr dirty="0"/>
              <a:t> </a:t>
            </a:r>
            <a:r>
              <a:rPr dirty="0" err="1"/>
              <a:t>이력서</a:t>
            </a:r>
            <a:r>
              <a:rPr dirty="0"/>
              <a:t>’.</a:t>
            </a:r>
          </a:p>
          <a:p>
            <a:r>
              <a:rPr dirty="0" err="1"/>
              <a:t>오늘은</a:t>
            </a:r>
            <a:r>
              <a:rPr dirty="0"/>
              <a:t> </a:t>
            </a:r>
            <a:r>
              <a:rPr dirty="0" err="1"/>
              <a:t>앞의</a:t>
            </a:r>
            <a:r>
              <a:rPr dirty="0"/>
              <a:t> 두 </a:t>
            </a:r>
            <a:r>
              <a:rPr dirty="0" err="1"/>
              <a:t>가지를</a:t>
            </a:r>
            <a:r>
              <a:rPr dirty="0"/>
              <a:t> </a:t>
            </a:r>
            <a:r>
              <a:rPr dirty="0" err="1"/>
              <a:t>보여</a:t>
            </a:r>
            <a:r>
              <a:rPr dirty="0"/>
              <a:t> </a:t>
            </a:r>
            <a:r>
              <a:rPr dirty="0" err="1"/>
              <a:t>드리겠습니다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[1:24–1:48] </a:t>
            </a:r>
            <a:r>
              <a:rPr dirty="0" err="1"/>
              <a:t>시연</a:t>
            </a:r>
            <a:r>
              <a:rPr dirty="0"/>
              <a:t> ① 한 장 </a:t>
            </a:r>
            <a:r>
              <a:rPr dirty="0" err="1"/>
              <a:t>장부</a:t>
            </a:r>
            <a:endParaRPr dirty="0"/>
          </a:p>
          <a:p>
            <a:r>
              <a:rPr dirty="0" err="1"/>
              <a:t>먼저</a:t>
            </a:r>
            <a:r>
              <a:rPr dirty="0"/>
              <a:t> 한 장 </a:t>
            </a:r>
            <a:r>
              <a:rPr dirty="0" err="1"/>
              <a:t>장부입니다</a:t>
            </a:r>
            <a:r>
              <a:rPr dirty="0"/>
              <a:t>. </a:t>
            </a:r>
            <a:r>
              <a:rPr lang="ko-KR" altLang="en-US" dirty="0"/>
              <a:t>부모님이 </a:t>
            </a:r>
            <a:r>
              <a:rPr dirty="0" err="1"/>
              <a:t>이용</a:t>
            </a:r>
            <a:r>
              <a:rPr dirty="0"/>
              <a:t> </a:t>
            </a:r>
            <a:r>
              <a:rPr dirty="0" err="1"/>
              <a:t>내역</a:t>
            </a:r>
            <a:r>
              <a:rPr lang="ko-KR" altLang="en-US" dirty="0"/>
              <a:t>을 연동하면</a:t>
            </a:r>
            <a:r>
              <a:rPr lang="en-US" altLang="ko-KR" dirty="0"/>
              <a:t>,</a:t>
            </a:r>
            <a:r>
              <a:rPr dirty="0"/>
              <a:t> </a:t>
            </a:r>
            <a:r>
              <a:rPr lang="ko-KR" altLang="en-US" dirty="0"/>
              <a:t>이음이 남은 예산을 계산합니다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이음은 아이에게 </a:t>
            </a:r>
            <a:r>
              <a:rPr dirty="0" err="1"/>
              <a:t>맞는</a:t>
            </a:r>
            <a:r>
              <a:rPr dirty="0"/>
              <a:t> </a:t>
            </a:r>
            <a:r>
              <a:rPr dirty="0" err="1"/>
              <a:t>보강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찾아</a:t>
            </a:r>
            <a:r>
              <a:rPr dirty="0"/>
              <a:t>, </a:t>
            </a:r>
            <a:r>
              <a:rPr dirty="0" err="1"/>
              <a:t>센터에</a:t>
            </a:r>
            <a:r>
              <a:rPr dirty="0"/>
              <a:t> </a:t>
            </a:r>
            <a:r>
              <a:rPr dirty="0" err="1"/>
              <a:t>보낼</a:t>
            </a:r>
            <a:r>
              <a:rPr dirty="0"/>
              <a:t> </a:t>
            </a:r>
            <a:r>
              <a:rPr dirty="0" err="1"/>
              <a:t>요청까지</a:t>
            </a:r>
            <a:r>
              <a:rPr dirty="0"/>
              <a:t> </a:t>
            </a:r>
            <a:r>
              <a:rPr dirty="0" err="1"/>
              <a:t>준비해</a:t>
            </a:r>
            <a:r>
              <a:rPr dirty="0"/>
              <a:t> </a:t>
            </a:r>
            <a:r>
              <a:rPr dirty="0" err="1"/>
              <a:t>둡니다</a:t>
            </a:r>
            <a:r>
              <a:rPr dirty="0"/>
              <a:t>.</a:t>
            </a:r>
            <a:r>
              <a:rPr lang="en-US" dirty="0"/>
              <a:t> </a:t>
            </a:r>
            <a:r>
              <a:rPr lang="ko-KR" altLang="en-US" dirty="0"/>
              <a:t>쓰이지 못해</a:t>
            </a:r>
            <a:r>
              <a:rPr dirty="0"/>
              <a:t> </a:t>
            </a:r>
            <a:r>
              <a:rPr dirty="0" err="1"/>
              <a:t>사라질</a:t>
            </a:r>
            <a:r>
              <a:rPr dirty="0"/>
              <a:t> </a:t>
            </a:r>
            <a:r>
              <a:rPr dirty="0" err="1"/>
              <a:t>뻔한</a:t>
            </a:r>
            <a:r>
              <a:rPr dirty="0"/>
              <a:t> 3만 </a:t>
            </a:r>
            <a:r>
              <a:rPr dirty="0" err="1"/>
              <a:t>원이</a:t>
            </a:r>
            <a:r>
              <a:rPr dirty="0"/>
              <a:t> </a:t>
            </a:r>
            <a:r>
              <a:rPr lang="ko-KR" altLang="en-US" dirty="0"/>
              <a:t>아이</a:t>
            </a:r>
            <a:r>
              <a:rPr dirty="0"/>
              <a:t>가 한 번 더 </a:t>
            </a:r>
            <a:r>
              <a:rPr dirty="0" err="1"/>
              <a:t>자라는</a:t>
            </a:r>
            <a:r>
              <a:rPr dirty="0"/>
              <a:t> </a:t>
            </a:r>
            <a:r>
              <a:rPr lang="ko-KR" altLang="en-US" dirty="0"/>
              <a:t>기회가 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[1:48–2:22] </a:t>
            </a:r>
            <a:r>
              <a:rPr dirty="0" err="1"/>
              <a:t>시연</a:t>
            </a:r>
            <a:r>
              <a:rPr dirty="0"/>
              <a:t> ② </a:t>
            </a:r>
            <a:r>
              <a:rPr dirty="0" err="1"/>
              <a:t>맞춤</a:t>
            </a:r>
            <a:r>
              <a:rPr dirty="0"/>
              <a:t> </a:t>
            </a:r>
            <a:r>
              <a:rPr dirty="0" err="1"/>
              <a:t>지원</a:t>
            </a:r>
            <a:r>
              <a:rPr dirty="0"/>
              <a:t> </a:t>
            </a:r>
            <a:r>
              <a:rPr dirty="0" err="1"/>
              <a:t>레이더</a:t>
            </a:r>
            <a:endParaRPr dirty="0"/>
          </a:p>
          <a:p>
            <a:r>
              <a:rPr dirty="0" err="1"/>
              <a:t>다음은</a:t>
            </a:r>
            <a:r>
              <a:rPr dirty="0"/>
              <a:t> </a:t>
            </a:r>
            <a:r>
              <a:rPr dirty="0" err="1"/>
              <a:t>맞춤</a:t>
            </a:r>
            <a:r>
              <a:rPr dirty="0"/>
              <a:t> </a:t>
            </a:r>
            <a:r>
              <a:rPr dirty="0" err="1"/>
              <a:t>지원</a:t>
            </a:r>
            <a:r>
              <a:rPr dirty="0"/>
              <a:t> </a:t>
            </a:r>
            <a:r>
              <a:rPr dirty="0" err="1"/>
              <a:t>레이더입니다</a:t>
            </a:r>
            <a:r>
              <a:rPr dirty="0"/>
              <a:t>. </a:t>
            </a:r>
            <a:r>
              <a:rPr dirty="0" err="1"/>
              <a:t>이번엔</a:t>
            </a:r>
            <a:r>
              <a:rPr dirty="0"/>
              <a:t> </a:t>
            </a:r>
            <a:r>
              <a:rPr dirty="0" err="1"/>
              <a:t>엄마가</a:t>
            </a:r>
            <a:r>
              <a:rPr dirty="0"/>
              <a:t> </a:t>
            </a:r>
            <a:r>
              <a:rPr dirty="0" err="1"/>
              <a:t>찾지</a:t>
            </a:r>
            <a:r>
              <a:rPr dirty="0"/>
              <a:t> </a:t>
            </a:r>
            <a:r>
              <a:rPr dirty="0" err="1"/>
              <a:t>않아도</a:t>
            </a:r>
            <a:r>
              <a:rPr dirty="0"/>
              <a:t>, </a:t>
            </a:r>
            <a:r>
              <a:rPr dirty="0" err="1"/>
              <a:t>이음이</a:t>
            </a:r>
            <a:r>
              <a:rPr dirty="0"/>
              <a:t> </a:t>
            </a:r>
            <a:r>
              <a:rPr dirty="0" err="1"/>
              <a:t>새로</a:t>
            </a:r>
            <a:r>
              <a:rPr dirty="0"/>
              <a:t> </a:t>
            </a:r>
            <a:r>
              <a:rPr dirty="0" err="1"/>
              <a:t>올라온</a:t>
            </a:r>
            <a:r>
              <a:rPr dirty="0"/>
              <a:t> </a:t>
            </a:r>
            <a:r>
              <a:rPr dirty="0" err="1"/>
              <a:t>공고</a:t>
            </a:r>
            <a:r>
              <a:rPr dirty="0"/>
              <a:t> </a:t>
            </a:r>
            <a:r>
              <a:rPr dirty="0" err="1"/>
              <a:t>중에서</a:t>
            </a:r>
            <a:r>
              <a:rPr dirty="0"/>
              <a:t> </a:t>
            </a:r>
            <a:r>
              <a:rPr lang="ko-KR" altLang="en-US" dirty="0"/>
              <a:t>아이</a:t>
            </a:r>
            <a:r>
              <a:rPr dirty="0" err="1"/>
              <a:t>에게</a:t>
            </a:r>
            <a:r>
              <a:rPr dirty="0"/>
              <a:t> </a:t>
            </a:r>
            <a:r>
              <a:rPr dirty="0" err="1"/>
              <a:t>맞는</a:t>
            </a:r>
            <a:r>
              <a:rPr lang="en-US" dirty="0"/>
              <a:t> </a:t>
            </a:r>
            <a:r>
              <a:rPr lang="ko-KR" altLang="en-US" dirty="0"/>
              <a:t>프로그램을 </a:t>
            </a:r>
            <a:r>
              <a:rPr dirty="0" err="1"/>
              <a:t>찾아</a:t>
            </a:r>
            <a:r>
              <a:rPr dirty="0"/>
              <a:t> </a:t>
            </a:r>
            <a:r>
              <a:rPr dirty="0" err="1"/>
              <a:t>마감</a:t>
            </a:r>
            <a:r>
              <a:rPr dirty="0"/>
              <a:t> 5일 </a:t>
            </a:r>
            <a:r>
              <a:rPr dirty="0" err="1"/>
              <a:t>전에</a:t>
            </a:r>
            <a:r>
              <a:rPr dirty="0"/>
              <a:t> </a:t>
            </a:r>
            <a:r>
              <a:rPr dirty="0" err="1"/>
              <a:t>알려</a:t>
            </a:r>
            <a:r>
              <a:rPr dirty="0"/>
              <a:t> </a:t>
            </a:r>
            <a:r>
              <a:rPr dirty="0" err="1"/>
              <a:t>줍니다</a:t>
            </a:r>
            <a:r>
              <a:rPr dirty="0"/>
              <a:t>. </a:t>
            </a:r>
            <a:r>
              <a:rPr lang="ko-KR" altLang="en-US" dirty="0"/>
              <a:t>아이</a:t>
            </a:r>
            <a:r>
              <a:rPr dirty="0"/>
              <a:t>가 왜 </a:t>
            </a:r>
            <a:r>
              <a:rPr dirty="0" err="1"/>
              <a:t>대상인지도</a:t>
            </a:r>
            <a:r>
              <a:rPr dirty="0"/>
              <a:t> </a:t>
            </a:r>
            <a:r>
              <a:rPr dirty="0" err="1"/>
              <a:t>함께요</a:t>
            </a:r>
            <a:r>
              <a:rPr dirty="0"/>
              <a:t>.</a:t>
            </a:r>
          </a:p>
          <a:p>
            <a:r>
              <a:rPr dirty="0" err="1"/>
              <a:t>신청서는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채워져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빠진</a:t>
            </a:r>
            <a:r>
              <a:rPr dirty="0"/>
              <a:t> </a:t>
            </a:r>
            <a:r>
              <a:rPr dirty="0" err="1"/>
              <a:t>서류는</a:t>
            </a:r>
            <a:r>
              <a:rPr dirty="0"/>
              <a:t> </a:t>
            </a:r>
            <a:r>
              <a:rPr dirty="0" err="1"/>
              <a:t>등본</a:t>
            </a:r>
            <a:r>
              <a:rPr dirty="0"/>
              <a:t> 한 </a:t>
            </a:r>
            <a:r>
              <a:rPr dirty="0" err="1"/>
              <a:t>장뿐이라</a:t>
            </a:r>
            <a:r>
              <a:rPr dirty="0"/>
              <a:t>, </a:t>
            </a:r>
            <a:r>
              <a:rPr dirty="0" err="1"/>
              <a:t>엄마는</a:t>
            </a:r>
            <a:r>
              <a:rPr dirty="0"/>
              <a:t> 정부24에서 </a:t>
            </a:r>
            <a:r>
              <a:rPr dirty="0" err="1"/>
              <a:t>등본만</a:t>
            </a:r>
            <a:r>
              <a:rPr dirty="0"/>
              <a:t> </a:t>
            </a:r>
            <a:r>
              <a:rPr dirty="0" err="1"/>
              <a:t>떼면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r>
              <a:rPr dirty="0" err="1"/>
              <a:t>확인하고</a:t>
            </a:r>
            <a:r>
              <a:rPr dirty="0"/>
              <a:t> </a:t>
            </a:r>
            <a:r>
              <a:rPr dirty="0" err="1"/>
              <a:t>승인하면</a:t>
            </a:r>
            <a:r>
              <a:rPr dirty="0"/>
              <a:t> </a:t>
            </a:r>
            <a:r>
              <a:rPr dirty="0" err="1"/>
              <a:t>신청은</a:t>
            </a:r>
            <a:r>
              <a:rPr dirty="0"/>
              <a:t> </a:t>
            </a:r>
            <a:r>
              <a:rPr dirty="0" err="1"/>
              <a:t>복지관으로</a:t>
            </a:r>
            <a:r>
              <a:rPr dirty="0"/>
              <a:t> </a:t>
            </a:r>
            <a:r>
              <a:rPr dirty="0" err="1"/>
              <a:t>전달되고</a:t>
            </a:r>
            <a:r>
              <a:rPr dirty="0"/>
              <a:t>,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발표일은</a:t>
            </a:r>
            <a:r>
              <a:rPr dirty="0"/>
              <a:t> </a:t>
            </a:r>
            <a:r>
              <a:rPr dirty="0" err="1"/>
              <a:t>일정에</a:t>
            </a:r>
            <a:r>
              <a:rPr dirty="0"/>
              <a:t> </a:t>
            </a:r>
            <a:r>
              <a:rPr dirty="0" err="1"/>
              <a:t>들어갑니다</a:t>
            </a:r>
            <a:r>
              <a:rPr dirty="0"/>
              <a:t>.</a:t>
            </a:r>
          </a:p>
          <a:p>
            <a:r>
              <a:rPr dirty="0" err="1"/>
              <a:t>공고를</a:t>
            </a:r>
            <a:r>
              <a:rPr dirty="0"/>
              <a:t> </a:t>
            </a:r>
            <a:r>
              <a:rPr dirty="0" err="1"/>
              <a:t>찾고</a:t>
            </a:r>
            <a:r>
              <a:rPr dirty="0"/>
              <a:t>, </a:t>
            </a:r>
            <a:r>
              <a:rPr dirty="0" err="1"/>
              <a:t>신청서를</a:t>
            </a:r>
            <a:r>
              <a:rPr dirty="0"/>
              <a:t> </a:t>
            </a:r>
            <a:r>
              <a:rPr dirty="0" err="1"/>
              <a:t>쓰고</a:t>
            </a:r>
            <a:r>
              <a:rPr dirty="0"/>
              <a:t>, </a:t>
            </a:r>
            <a:r>
              <a:rPr dirty="0" err="1"/>
              <a:t>결과를</a:t>
            </a:r>
            <a:r>
              <a:rPr dirty="0"/>
              <a:t> </a:t>
            </a:r>
            <a:r>
              <a:rPr lang="ko-KR" altLang="en-US" dirty="0"/>
              <a:t>확인하</a:t>
            </a:r>
            <a:r>
              <a:rPr dirty="0"/>
              <a:t>는 일. </a:t>
            </a:r>
            <a:r>
              <a:rPr lang="ko-KR" altLang="en-US" dirty="0"/>
              <a:t>이음을 사용하면 </a:t>
            </a:r>
            <a:r>
              <a:rPr dirty="0" err="1"/>
              <a:t>엄마는</a:t>
            </a:r>
            <a:r>
              <a:rPr dirty="0"/>
              <a:t> </a:t>
            </a:r>
            <a:r>
              <a:rPr dirty="0" err="1"/>
              <a:t>등본</a:t>
            </a:r>
            <a:r>
              <a:rPr dirty="0"/>
              <a:t> 한 </a:t>
            </a:r>
            <a:r>
              <a:rPr dirty="0" err="1"/>
              <a:t>장과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한 </a:t>
            </a:r>
            <a:r>
              <a:rPr dirty="0" err="1"/>
              <a:t>번으로</a:t>
            </a:r>
            <a:r>
              <a:rPr dirty="0"/>
              <a:t> 끝</a:t>
            </a:r>
            <a:r>
              <a:rPr lang="ko-KR" altLang="en-US" dirty="0"/>
              <a:t>낼 수 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[2:22–2:41] </a:t>
            </a:r>
            <a:r>
              <a:rPr dirty="0" err="1"/>
              <a:t>비즈니스</a:t>
            </a:r>
            <a:r>
              <a:rPr dirty="0"/>
              <a:t> </a:t>
            </a:r>
            <a:r>
              <a:rPr dirty="0" err="1"/>
              <a:t>모델</a:t>
            </a:r>
            <a:endParaRPr dirty="0"/>
          </a:p>
          <a:p>
            <a:r>
              <a:rPr dirty="0" err="1"/>
              <a:t>비즈니스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B2G입니다. </a:t>
            </a:r>
            <a:r>
              <a:rPr lang="ko-KR" altLang="en-US" dirty="0"/>
              <a:t>가정은</a:t>
            </a:r>
            <a:r>
              <a:rPr dirty="0"/>
              <a:t> </a:t>
            </a:r>
            <a:r>
              <a:rPr dirty="0" err="1"/>
              <a:t>무료이고</a:t>
            </a:r>
            <a:r>
              <a:rPr dirty="0"/>
              <a:t>,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고객은</a:t>
            </a:r>
            <a:r>
              <a:rPr dirty="0"/>
              <a:t> </a:t>
            </a:r>
            <a:r>
              <a:rPr dirty="0" err="1"/>
              <a:t>지자체와</a:t>
            </a:r>
            <a:r>
              <a:rPr dirty="0"/>
              <a:t> </a:t>
            </a:r>
            <a:r>
              <a:rPr dirty="0" err="1"/>
              <a:t>장애아동지원센터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공공기관입니다</a:t>
            </a:r>
            <a:r>
              <a:rPr dirty="0"/>
              <a:t>.</a:t>
            </a:r>
          </a:p>
          <a:p>
            <a:r>
              <a:rPr dirty="0" err="1"/>
              <a:t>기관이</a:t>
            </a:r>
            <a:r>
              <a:rPr dirty="0"/>
              <a:t> </a:t>
            </a:r>
            <a:r>
              <a:rPr dirty="0" err="1"/>
              <a:t>세우는</a:t>
            </a:r>
            <a:r>
              <a:rPr dirty="0"/>
              <a:t> </a:t>
            </a:r>
            <a:r>
              <a:rPr dirty="0" err="1"/>
              <a:t>아이별</a:t>
            </a:r>
            <a:r>
              <a:rPr dirty="0"/>
              <a:t> </a:t>
            </a:r>
            <a:r>
              <a:rPr dirty="0" err="1"/>
              <a:t>지원</a:t>
            </a:r>
            <a:r>
              <a:rPr dirty="0"/>
              <a:t> </a:t>
            </a:r>
            <a:r>
              <a:rPr dirty="0" err="1"/>
              <a:t>계획에</a:t>
            </a:r>
            <a:r>
              <a:rPr dirty="0"/>
              <a:t>, </a:t>
            </a:r>
            <a:r>
              <a:rPr dirty="0" err="1"/>
              <a:t>부모가</a:t>
            </a:r>
            <a:r>
              <a:rPr dirty="0"/>
              <a:t> </a:t>
            </a:r>
            <a:r>
              <a:rPr dirty="0" err="1"/>
              <a:t>정리한</a:t>
            </a:r>
            <a:r>
              <a:rPr dirty="0"/>
              <a:t> </a:t>
            </a:r>
            <a:r>
              <a:rPr dirty="0" err="1"/>
              <a:t>기록이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</a:t>
            </a:r>
            <a:r>
              <a:rPr lang="ko-KR" altLang="en-US" dirty="0"/>
              <a:t>연결될 수 있기 때문입니다</a:t>
            </a:r>
            <a:r>
              <a:rPr dirty="0"/>
              <a:t>. </a:t>
            </a:r>
            <a:r>
              <a:rPr dirty="0" err="1"/>
              <a:t>여기에</a:t>
            </a:r>
            <a:r>
              <a:rPr dirty="0"/>
              <a:t> </a:t>
            </a:r>
            <a:r>
              <a:rPr dirty="0" err="1"/>
              <a:t>기업</a:t>
            </a:r>
            <a:r>
              <a:rPr dirty="0"/>
              <a:t> </a:t>
            </a:r>
            <a:r>
              <a:rPr dirty="0" err="1"/>
              <a:t>복지와</a:t>
            </a:r>
            <a:r>
              <a:rPr dirty="0"/>
              <a:t> </a:t>
            </a:r>
            <a:r>
              <a:rPr dirty="0" err="1"/>
              <a:t>발달센터</a:t>
            </a:r>
            <a:r>
              <a:rPr dirty="0"/>
              <a:t> </a:t>
            </a:r>
            <a:r>
              <a:rPr dirty="0" err="1"/>
              <a:t>연동으로</a:t>
            </a:r>
            <a:r>
              <a:rPr dirty="0"/>
              <a:t> </a:t>
            </a:r>
            <a:r>
              <a:rPr dirty="0" err="1"/>
              <a:t>넓혀</a:t>
            </a:r>
            <a:r>
              <a:rPr dirty="0"/>
              <a:t> </a:t>
            </a:r>
            <a:r>
              <a:rPr lang="ko-KR" altLang="en-US" dirty="0"/>
              <a:t>가는 것도 가능합니다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dirty="0"/>
              <a:t>(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) </a:t>
            </a:r>
            <a:r>
              <a:rPr dirty="0" err="1"/>
              <a:t>국내</a:t>
            </a:r>
            <a:r>
              <a:rPr dirty="0"/>
              <a:t> </a:t>
            </a:r>
            <a:r>
              <a:rPr dirty="0" err="1"/>
              <a:t>지자체가</a:t>
            </a:r>
            <a:r>
              <a:rPr dirty="0"/>
              <a:t> </a:t>
            </a:r>
            <a:r>
              <a:rPr dirty="0" err="1"/>
              <a:t>부모용</a:t>
            </a:r>
            <a:r>
              <a:rPr dirty="0"/>
              <a:t> </a:t>
            </a:r>
            <a:r>
              <a:rPr dirty="0" err="1"/>
              <a:t>민간</a:t>
            </a:r>
            <a:r>
              <a:rPr dirty="0"/>
              <a:t> </a:t>
            </a:r>
            <a:r>
              <a:rPr dirty="0" err="1"/>
              <a:t>앱을</a:t>
            </a:r>
            <a:r>
              <a:rPr dirty="0"/>
              <a:t> </a:t>
            </a:r>
            <a:r>
              <a:rPr dirty="0" err="1"/>
              <a:t>구매한</a:t>
            </a:r>
            <a:r>
              <a:rPr dirty="0"/>
              <a:t> </a:t>
            </a:r>
            <a:r>
              <a:rPr dirty="0" err="1"/>
              <a:t>사례는</a:t>
            </a:r>
            <a:r>
              <a:rPr dirty="0"/>
              <a:t> </a:t>
            </a:r>
            <a:r>
              <a:rPr dirty="0" err="1"/>
              <a:t>아직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 </a:t>
            </a:r>
            <a:r>
              <a:rPr dirty="0" err="1"/>
              <a:t>호주</a:t>
            </a:r>
            <a:r>
              <a:rPr dirty="0"/>
              <a:t> </a:t>
            </a:r>
            <a:r>
              <a:rPr dirty="0" err="1"/>
              <a:t>NDIS는</a:t>
            </a:r>
            <a:r>
              <a:rPr dirty="0"/>
              <a:t> </a:t>
            </a:r>
            <a:r>
              <a:rPr dirty="0" err="1"/>
              <a:t>정부가</a:t>
            </a:r>
            <a:r>
              <a:rPr dirty="0"/>
              <a:t> </a:t>
            </a:r>
            <a:r>
              <a:rPr dirty="0" err="1"/>
              <a:t>계획·청구</a:t>
            </a:r>
            <a:r>
              <a:rPr dirty="0"/>
              <a:t> </a:t>
            </a:r>
            <a:r>
              <a:rPr dirty="0" err="1"/>
              <a:t>대행에</a:t>
            </a:r>
            <a:r>
              <a:rPr dirty="0"/>
              <a:t> 1인당 월 104.45호주달러를 </a:t>
            </a:r>
            <a:r>
              <a:rPr dirty="0" err="1"/>
              <a:t>지급합니다</a:t>
            </a:r>
            <a:r>
              <a:rPr dirty="0"/>
              <a:t>. </a:t>
            </a:r>
            <a:r>
              <a:rPr dirty="0" err="1"/>
              <a:t>국내는</a:t>
            </a:r>
            <a:r>
              <a:rPr dirty="0"/>
              <a:t> </a:t>
            </a:r>
            <a:r>
              <a:rPr dirty="0" err="1"/>
              <a:t>시범</a:t>
            </a:r>
            <a:r>
              <a:rPr dirty="0"/>
              <a:t> </a:t>
            </a:r>
            <a:r>
              <a:rPr dirty="0" err="1"/>
              <a:t>운영으로</a:t>
            </a:r>
            <a:r>
              <a:rPr dirty="0"/>
              <a:t> </a:t>
            </a:r>
            <a:r>
              <a:rPr dirty="0" err="1"/>
              <a:t>검증할</a:t>
            </a:r>
            <a:r>
              <a:rPr dirty="0"/>
              <a:t> </a:t>
            </a:r>
            <a:r>
              <a:rPr dirty="0" err="1"/>
              <a:t>계획이라고</a:t>
            </a:r>
            <a:r>
              <a:rPr dirty="0"/>
              <a:t> </a:t>
            </a:r>
            <a:r>
              <a:rPr dirty="0" err="1"/>
              <a:t>답합니다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[2:41–3:00] </a:t>
            </a:r>
            <a:r>
              <a:rPr dirty="0" err="1"/>
              <a:t>마무리</a:t>
            </a:r>
            <a:endParaRPr dirty="0"/>
          </a:p>
          <a:p>
            <a:r>
              <a:rPr dirty="0" err="1"/>
              <a:t>장애아동의</a:t>
            </a:r>
            <a:r>
              <a:rPr dirty="0"/>
              <a:t> </a:t>
            </a:r>
            <a:r>
              <a:rPr dirty="0" err="1"/>
              <a:t>부모에게</a:t>
            </a:r>
            <a:r>
              <a:rPr dirty="0"/>
              <a:t> </a:t>
            </a:r>
            <a:r>
              <a:rPr dirty="0" err="1"/>
              <a:t>사회는</a:t>
            </a:r>
            <a:r>
              <a:rPr dirty="0"/>
              <a:t> </a:t>
            </a:r>
            <a:r>
              <a:rPr dirty="0" err="1"/>
              <a:t>가혹합니다</a:t>
            </a:r>
            <a:r>
              <a:rPr dirty="0"/>
              <a:t>. </a:t>
            </a:r>
            <a:r>
              <a:rPr dirty="0" err="1"/>
              <a:t>아이를</a:t>
            </a:r>
            <a:r>
              <a:rPr dirty="0"/>
              <a:t> </a:t>
            </a:r>
            <a:r>
              <a:rPr dirty="0" err="1"/>
              <a:t>돌보면서도</a:t>
            </a:r>
            <a:r>
              <a:rPr dirty="0"/>
              <a:t> </a:t>
            </a:r>
            <a:r>
              <a:rPr dirty="0" err="1"/>
              <a:t>생업을</a:t>
            </a:r>
            <a:r>
              <a:rPr dirty="0"/>
              <a:t> </a:t>
            </a:r>
            <a:r>
              <a:rPr dirty="0" err="1"/>
              <a:t>이어</a:t>
            </a:r>
            <a:r>
              <a:rPr dirty="0"/>
              <a:t> </a:t>
            </a:r>
            <a:r>
              <a:rPr dirty="0" err="1"/>
              <a:t>가야</a:t>
            </a:r>
            <a:r>
              <a:rPr dirty="0"/>
              <a:t> </a:t>
            </a:r>
            <a:r>
              <a:rPr dirty="0" err="1"/>
              <a:t>하고</a:t>
            </a:r>
            <a:r>
              <a:rPr dirty="0"/>
              <a:t>, </a:t>
            </a:r>
            <a:r>
              <a:rPr dirty="0" err="1"/>
              <a:t>홀로</a:t>
            </a:r>
            <a:r>
              <a:rPr dirty="0"/>
              <a:t> </a:t>
            </a:r>
            <a:r>
              <a:rPr dirty="0" err="1"/>
              <a:t>행정</a:t>
            </a:r>
            <a:r>
              <a:rPr dirty="0"/>
              <a:t> </a:t>
            </a:r>
            <a:r>
              <a:rPr dirty="0" err="1"/>
              <a:t>담당자까지</a:t>
            </a:r>
            <a:r>
              <a:rPr dirty="0"/>
              <a:t> </a:t>
            </a:r>
            <a:r>
              <a:rPr dirty="0" err="1"/>
              <a:t>되어야</a:t>
            </a:r>
            <a:r>
              <a:rPr dirty="0"/>
              <a:t> </a:t>
            </a:r>
            <a:r>
              <a:rPr dirty="0" err="1"/>
              <a:t>하니까요</a:t>
            </a:r>
            <a:r>
              <a:rPr dirty="0"/>
              <a:t>.</a:t>
            </a:r>
          </a:p>
          <a:p>
            <a:r>
              <a:rPr dirty="0" err="1"/>
              <a:t>문제는</a:t>
            </a:r>
            <a:r>
              <a:rPr dirty="0"/>
              <a:t> </a:t>
            </a:r>
            <a:r>
              <a:rPr dirty="0" err="1"/>
              <a:t>지원이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지원의</a:t>
            </a:r>
            <a:r>
              <a:rPr dirty="0"/>
              <a:t> </a:t>
            </a:r>
            <a:r>
              <a:rPr dirty="0" err="1"/>
              <a:t>연결에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AI로</a:t>
            </a:r>
            <a:r>
              <a:rPr dirty="0"/>
              <a:t> </a:t>
            </a:r>
            <a:r>
              <a:rPr dirty="0" err="1"/>
              <a:t>끊어진</a:t>
            </a:r>
            <a:r>
              <a:rPr dirty="0"/>
              <a:t> </a:t>
            </a:r>
            <a:r>
              <a:rPr dirty="0" err="1"/>
              <a:t>연결을</a:t>
            </a:r>
            <a:r>
              <a:rPr dirty="0"/>
              <a:t> </a:t>
            </a:r>
            <a:r>
              <a:rPr dirty="0" err="1"/>
              <a:t>잇겠습니다</a:t>
            </a:r>
            <a:r>
              <a:rPr dirty="0"/>
              <a:t>. </a:t>
            </a:r>
            <a:r>
              <a:rPr lang="en-US" dirty="0"/>
              <a:t>'</a:t>
            </a:r>
            <a:r>
              <a:rPr dirty="0" err="1"/>
              <a:t>이음</a:t>
            </a:r>
            <a:r>
              <a:rPr dirty="0"/>
              <a:t>’</a:t>
            </a:r>
            <a:r>
              <a:rPr lang="en-US" dirty="0"/>
              <a:t> </a:t>
            </a:r>
            <a:r>
              <a:rPr lang="ko-KR" altLang="en-US" dirty="0" err="1"/>
              <a:t>이었습</a:t>
            </a:r>
            <a:r>
              <a:rPr dirty="0" err="1"/>
              <a:t>니다</a:t>
            </a:r>
            <a:r>
              <a:rPr dirty="0"/>
              <a:t>. </a:t>
            </a:r>
            <a:r>
              <a:rPr dirty="0" err="1"/>
              <a:t>감사합니다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svg"/><Relationship Id="rId21" Type="http://schemas.openxmlformats.org/officeDocument/2006/relationships/image" Target="../media/image19.svg"/><Relationship Id="rId42" Type="http://schemas.openxmlformats.org/officeDocument/2006/relationships/image" Target="../media/image40.svg"/><Relationship Id="rId63" Type="http://schemas.openxmlformats.org/officeDocument/2006/relationships/image" Target="../media/image61.svg"/><Relationship Id="rId84" Type="http://schemas.openxmlformats.org/officeDocument/2006/relationships/image" Target="../media/image82.svg"/><Relationship Id="rId138" Type="http://schemas.openxmlformats.org/officeDocument/2006/relationships/image" Target="../media/image136.svg"/><Relationship Id="rId159" Type="http://schemas.openxmlformats.org/officeDocument/2006/relationships/image" Target="../media/image157.svg"/><Relationship Id="rId170" Type="http://schemas.openxmlformats.org/officeDocument/2006/relationships/image" Target="../media/image168.svg"/><Relationship Id="rId107" Type="http://schemas.openxmlformats.org/officeDocument/2006/relationships/image" Target="../media/image105.svg"/><Relationship Id="rId11" Type="http://schemas.openxmlformats.org/officeDocument/2006/relationships/image" Target="../media/image9.svg"/><Relationship Id="rId32" Type="http://schemas.openxmlformats.org/officeDocument/2006/relationships/image" Target="../media/image30.svg"/><Relationship Id="rId53" Type="http://schemas.openxmlformats.org/officeDocument/2006/relationships/image" Target="../media/image51.svg"/><Relationship Id="rId74" Type="http://schemas.openxmlformats.org/officeDocument/2006/relationships/image" Target="../media/image72.svg"/><Relationship Id="rId128" Type="http://schemas.openxmlformats.org/officeDocument/2006/relationships/image" Target="../media/image126.svg"/><Relationship Id="rId149" Type="http://schemas.openxmlformats.org/officeDocument/2006/relationships/image" Target="../media/image147.svg"/><Relationship Id="rId5" Type="http://schemas.openxmlformats.org/officeDocument/2006/relationships/image" Target="../media/image3.svg"/><Relationship Id="rId95" Type="http://schemas.openxmlformats.org/officeDocument/2006/relationships/image" Target="../media/image93.svg"/><Relationship Id="rId160" Type="http://schemas.openxmlformats.org/officeDocument/2006/relationships/image" Target="../media/image158.svg"/><Relationship Id="rId22" Type="http://schemas.openxmlformats.org/officeDocument/2006/relationships/image" Target="../media/image20.svg"/><Relationship Id="rId43" Type="http://schemas.openxmlformats.org/officeDocument/2006/relationships/image" Target="../media/image41.svg"/><Relationship Id="rId64" Type="http://schemas.openxmlformats.org/officeDocument/2006/relationships/image" Target="../media/image62.svg"/><Relationship Id="rId118" Type="http://schemas.openxmlformats.org/officeDocument/2006/relationships/image" Target="../media/image116.svg"/><Relationship Id="rId139" Type="http://schemas.openxmlformats.org/officeDocument/2006/relationships/image" Target="../media/image137.svg"/><Relationship Id="rId85" Type="http://schemas.openxmlformats.org/officeDocument/2006/relationships/image" Target="../media/image83.svg"/><Relationship Id="rId150" Type="http://schemas.openxmlformats.org/officeDocument/2006/relationships/image" Target="../media/image148.svg"/><Relationship Id="rId171" Type="http://schemas.openxmlformats.org/officeDocument/2006/relationships/image" Target="../media/image169.svg"/><Relationship Id="rId12" Type="http://schemas.openxmlformats.org/officeDocument/2006/relationships/image" Target="../media/image10.svg"/><Relationship Id="rId33" Type="http://schemas.openxmlformats.org/officeDocument/2006/relationships/image" Target="../media/image31.svg"/><Relationship Id="rId108" Type="http://schemas.openxmlformats.org/officeDocument/2006/relationships/image" Target="../media/image106.svg"/><Relationship Id="rId129" Type="http://schemas.openxmlformats.org/officeDocument/2006/relationships/image" Target="../media/image127.svg"/><Relationship Id="rId54" Type="http://schemas.openxmlformats.org/officeDocument/2006/relationships/image" Target="../media/image52.svg"/><Relationship Id="rId75" Type="http://schemas.openxmlformats.org/officeDocument/2006/relationships/image" Target="../media/image73.svg"/><Relationship Id="rId96" Type="http://schemas.openxmlformats.org/officeDocument/2006/relationships/image" Target="../media/image94.svg"/><Relationship Id="rId140" Type="http://schemas.openxmlformats.org/officeDocument/2006/relationships/image" Target="../media/image138.svg"/><Relationship Id="rId161" Type="http://schemas.openxmlformats.org/officeDocument/2006/relationships/image" Target="../media/image15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49" Type="http://schemas.openxmlformats.org/officeDocument/2006/relationships/image" Target="../media/image47.svg"/><Relationship Id="rId114" Type="http://schemas.openxmlformats.org/officeDocument/2006/relationships/image" Target="../media/image112.svg"/><Relationship Id="rId119" Type="http://schemas.openxmlformats.org/officeDocument/2006/relationships/image" Target="../media/image117.svg"/><Relationship Id="rId44" Type="http://schemas.openxmlformats.org/officeDocument/2006/relationships/image" Target="../media/image42.svg"/><Relationship Id="rId60" Type="http://schemas.openxmlformats.org/officeDocument/2006/relationships/image" Target="../media/image58.svg"/><Relationship Id="rId65" Type="http://schemas.openxmlformats.org/officeDocument/2006/relationships/image" Target="../media/image63.svg"/><Relationship Id="rId81" Type="http://schemas.openxmlformats.org/officeDocument/2006/relationships/image" Target="../media/image79.svg"/><Relationship Id="rId86" Type="http://schemas.openxmlformats.org/officeDocument/2006/relationships/image" Target="../media/image84.svg"/><Relationship Id="rId130" Type="http://schemas.openxmlformats.org/officeDocument/2006/relationships/image" Target="../media/image128.svg"/><Relationship Id="rId135" Type="http://schemas.openxmlformats.org/officeDocument/2006/relationships/image" Target="../media/image133.svg"/><Relationship Id="rId151" Type="http://schemas.openxmlformats.org/officeDocument/2006/relationships/image" Target="../media/image149.svg"/><Relationship Id="rId156" Type="http://schemas.openxmlformats.org/officeDocument/2006/relationships/image" Target="../media/image154.svg"/><Relationship Id="rId172" Type="http://schemas.openxmlformats.org/officeDocument/2006/relationships/image" Target="../media/image170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9" Type="http://schemas.openxmlformats.org/officeDocument/2006/relationships/image" Target="../media/image37.svg"/><Relationship Id="rId109" Type="http://schemas.openxmlformats.org/officeDocument/2006/relationships/image" Target="../media/image107.svg"/><Relationship Id="rId34" Type="http://schemas.openxmlformats.org/officeDocument/2006/relationships/image" Target="../media/image32.svg"/><Relationship Id="rId50" Type="http://schemas.openxmlformats.org/officeDocument/2006/relationships/image" Target="../media/image48.svg"/><Relationship Id="rId55" Type="http://schemas.openxmlformats.org/officeDocument/2006/relationships/image" Target="../media/image53.svg"/><Relationship Id="rId76" Type="http://schemas.openxmlformats.org/officeDocument/2006/relationships/image" Target="../media/image74.svg"/><Relationship Id="rId97" Type="http://schemas.openxmlformats.org/officeDocument/2006/relationships/image" Target="../media/image95.svg"/><Relationship Id="rId104" Type="http://schemas.openxmlformats.org/officeDocument/2006/relationships/image" Target="../media/image102.svg"/><Relationship Id="rId120" Type="http://schemas.openxmlformats.org/officeDocument/2006/relationships/image" Target="../media/image118.svg"/><Relationship Id="rId125" Type="http://schemas.openxmlformats.org/officeDocument/2006/relationships/image" Target="../media/image123.svg"/><Relationship Id="rId141" Type="http://schemas.openxmlformats.org/officeDocument/2006/relationships/image" Target="../media/image139.svg"/><Relationship Id="rId146" Type="http://schemas.openxmlformats.org/officeDocument/2006/relationships/image" Target="../media/image144.svg"/><Relationship Id="rId167" Type="http://schemas.openxmlformats.org/officeDocument/2006/relationships/image" Target="../media/image165.svg"/><Relationship Id="rId7" Type="http://schemas.openxmlformats.org/officeDocument/2006/relationships/image" Target="../media/image5.svg"/><Relationship Id="rId71" Type="http://schemas.openxmlformats.org/officeDocument/2006/relationships/image" Target="../media/image69.svg"/><Relationship Id="rId92" Type="http://schemas.openxmlformats.org/officeDocument/2006/relationships/image" Target="../media/image90.svg"/><Relationship Id="rId162" Type="http://schemas.openxmlformats.org/officeDocument/2006/relationships/image" Target="../media/image160.sv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svg"/><Relationship Id="rId24" Type="http://schemas.openxmlformats.org/officeDocument/2006/relationships/image" Target="../media/image22.svg"/><Relationship Id="rId40" Type="http://schemas.openxmlformats.org/officeDocument/2006/relationships/image" Target="../media/image38.svg"/><Relationship Id="rId45" Type="http://schemas.openxmlformats.org/officeDocument/2006/relationships/image" Target="../media/image43.svg"/><Relationship Id="rId66" Type="http://schemas.openxmlformats.org/officeDocument/2006/relationships/image" Target="../media/image64.svg"/><Relationship Id="rId87" Type="http://schemas.openxmlformats.org/officeDocument/2006/relationships/image" Target="../media/image85.svg"/><Relationship Id="rId110" Type="http://schemas.openxmlformats.org/officeDocument/2006/relationships/image" Target="../media/image108.svg"/><Relationship Id="rId115" Type="http://schemas.openxmlformats.org/officeDocument/2006/relationships/image" Target="../media/image113.svg"/><Relationship Id="rId131" Type="http://schemas.openxmlformats.org/officeDocument/2006/relationships/image" Target="../media/image129.svg"/><Relationship Id="rId136" Type="http://schemas.openxmlformats.org/officeDocument/2006/relationships/image" Target="../media/image134.svg"/><Relationship Id="rId157" Type="http://schemas.openxmlformats.org/officeDocument/2006/relationships/image" Target="../media/image155.svg"/><Relationship Id="rId61" Type="http://schemas.openxmlformats.org/officeDocument/2006/relationships/image" Target="../media/image59.svg"/><Relationship Id="rId82" Type="http://schemas.openxmlformats.org/officeDocument/2006/relationships/image" Target="../media/image80.svg"/><Relationship Id="rId152" Type="http://schemas.openxmlformats.org/officeDocument/2006/relationships/image" Target="../media/image150.svg"/><Relationship Id="rId173" Type="http://schemas.openxmlformats.org/officeDocument/2006/relationships/image" Target="../media/image171.svg"/><Relationship Id="rId19" Type="http://schemas.openxmlformats.org/officeDocument/2006/relationships/image" Target="../media/image17.svg"/><Relationship Id="rId14" Type="http://schemas.openxmlformats.org/officeDocument/2006/relationships/image" Target="../media/image12.svg"/><Relationship Id="rId30" Type="http://schemas.openxmlformats.org/officeDocument/2006/relationships/image" Target="../media/image28.svg"/><Relationship Id="rId35" Type="http://schemas.openxmlformats.org/officeDocument/2006/relationships/image" Target="../media/image33.svg"/><Relationship Id="rId56" Type="http://schemas.openxmlformats.org/officeDocument/2006/relationships/image" Target="../media/image54.svg"/><Relationship Id="rId77" Type="http://schemas.openxmlformats.org/officeDocument/2006/relationships/image" Target="../media/image75.svg"/><Relationship Id="rId100" Type="http://schemas.openxmlformats.org/officeDocument/2006/relationships/image" Target="../media/image98.svg"/><Relationship Id="rId105" Type="http://schemas.openxmlformats.org/officeDocument/2006/relationships/image" Target="../media/image103.svg"/><Relationship Id="rId126" Type="http://schemas.openxmlformats.org/officeDocument/2006/relationships/image" Target="../media/image124.svg"/><Relationship Id="rId147" Type="http://schemas.openxmlformats.org/officeDocument/2006/relationships/image" Target="../media/image145.svg"/><Relationship Id="rId168" Type="http://schemas.openxmlformats.org/officeDocument/2006/relationships/image" Target="../media/image166.svg"/><Relationship Id="rId8" Type="http://schemas.openxmlformats.org/officeDocument/2006/relationships/image" Target="../media/image6.svg"/><Relationship Id="rId51" Type="http://schemas.openxmlformats.org/officeDocument/2006/relationships/image" Target="../media/image49.svg"/><Relationship Id="rId72" Type="http://schemas.openxmlformats.org/officeDocument/2006/relationships/image" Target="../media/image70.svg"/><Relationship Id="rId93" Type="http://schemas.openxmlformats.org/officeDocument/2006/relationships/image" Target="../media/image91.svg"/><Relationship Id="rId98" Type="http://schemas.openxmlformats.org/officeDocument/2006/relationships/image" Target="../media/image96.svg"/><Relationship Id="rId121" Type="http://schemas.openxmlformats.org/officeDocument/2006/relationships/image" Target="../media/image119.svg"/><Relationship Id="rId142" Type="http://schemas.openxmlformats.org/officeDocument/2006/relationships/image" Target="../media/image140.svg"/><Relationship Id="rId163" Type="http://schemas.openxmlformats.org/officeDocument/2006/relationships/image" Target="../media/image161.svg"/><Relationship Id="rId3" Type="http://schemas.openxmlformats.org/officeDocument/2006/relationships/image" Target="../media/image1.svg"/><Relationship Id="rId25" Type="http://schemas.openxmlformats.org/officeDocument/2006/relationships/image" Target="../media/image23.svg"/><Relationship Id="rId46" Type="http://schemas.openxmlformats.org/officeDocument/2006/relationships/image" Target="../media/image44.svg"/><Relationship Id="rId67" Type="http://schemas.openxmlformats.org/officeDocument/2006/relationships/image" Target="../media/image65.svg"/><Relationship Id="rId116" Type="http://schemas.openxmlformats.org/officeDocument/2006/relationships/image" Target="../media/image114.svg"/><Relationship Id="rId137" Type="http://schemas.openxmlformats.org/officeDocument/2006/relationships/image" Target="../media/image135.svg"/><Relationship Id="rId158" Type="http://schemas.openxmlformats.org/officeDocument/2006/relationships/image" Target="../media/image156.svg"/><Relationship Id="rId20" Type="http://schemas.openxmlformats.org/officeDocument/2006/relationships/image" Target="../media/image18.svg"/><Relationship Id="rId41" Type="http://schemas.openxmlformats.org/officeDocument/2006/relationships/image" Target="../media/image39.svg"/><Relationship Id="rId62" Type="http://schemas.openxmlformats.org/officeDocument/2006/relationships/image" Target="../media/image60.svg"/><Relationship Id="rId83" Type="http://schemas.openxmlformats.org/officeDocument/2006/relationships/image" Target="../media/image81.svg"/><Relationship Id="rId88" Type="http://schemas.openxmlformats.org/officeDocument/2006/relationships/image" Target="../media/image86.svg"/><Relationship Id="rId111" Type="http://schemas.openxmlformats.org/officeDocument/2006/relationships/image" Target="../media/image109.svg"/><Relationship Id="rId132" Type="http://schemas.openxmlformats.org/officeDocument/2006/relationships/image" Target="../media/image130.svg"/><Relationship Id="rId153" Type="http://schemas.openxmlformats.org/officeDocument/2006/relationships/image" Target="../media/image151.svg"/><Relationship Id="rId174" Type="http://schemas.openxmlformats.org/officeDocument/2006/relationships/image" Target="../media/image172.svg"/><Relationship Id="rId15" Type="http://schemas.openxmlformats.org/officeDocument/2006/relationships/image" Target="../media/image13.svg"/><Relationship Id="rId36" Type="http://schemas.openxmlformats.org/officeDocument/2006/relationships/image" Target="../media/image34.svg"/><Relationship Id="rId57" Type="http://schemas.openxmlformats.org/officeDocument/2006/relationships/image" Target="../media/image55.svg"/><Relationship Id="rId106" Type="http://schemas.openxmlformats.org/officeDocument/2006/relationships/image" Target="../media/image104.svg"/><Relationship Id="rId127" Type="http://schemas.openxmlformats.org/officeDocument/2006/relationships/image" Target="../media/image125.svg"/><Relationship Id="rId10" Type="http://schemas.openxmlformats.org/officeDocument/2006/relationships/image" Target="../media/image8.svg"/><Relationship Id="rId31" Type="http://schemas.openxmlformats.org/officeDocument/2006/relationships/image" Target="../media/image29.svg"/><Relationship Id="rId52" Type="http://schemas.openxmlformats.org/officeDocument/2006/relationships/image" Target="../media/image50.svg"/><Relationship Id="rId73" Type="http://schemas.openxmlformats.org/officeDocument/2006/relationships/image" Target="../media/image71.svg"/><Relationship Id="rId78" Type="http://schemas.openxmlformats.org/officeDocument/2006/relationships/image" Target="../media/image76.svg"/><Relationship Id="rId94" Type="http://schemas.openxmlformats.org/officeDocument/2006/relationships/image" Target="../media/image92.svg"/><Relationship Id="rId99" Type="http://schemas.openxmlformats.org/officeDocument/2006/relationships/image" Target="../media/image97.svg"/><Relationship Id="rId101" Type="http://schemas.openxmlformats.org/officeDocument/2006/relationships/image" Target="../media/image99.svg"/><Relationship Id="rId122" Type="http://schemas.openxmlformats.org/officeDocument/2006/relationships/image" Target="../media/image120.svg"/><Relationship Id="rId143" Type="http://schemas.openxmlformats.org/officeDocument/2006/relationships/image" Target="../media/image141.svg"/><Relationship Id="rId148" Type="http://schemas.openxmlformats.org/officeDocument/2006/relationships/image" Target="../media/image146.svg"/><Relationship Id="rId164" Type="http://schemas.openxmlformats.org/officeDocument/2006/relationships/image" Target="../media/image162.svg"/><Relationship Id="rId169" Type="http://schemas.openxmlformats.org/officeDocument/2006/relationships/image" Target="../media/image16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26" Type="http://schemas.openxmlformats.org/officeDocument/2006/relationships/image" Target="../media/image24.svg"/><Relationship Id="rId47" Type="http://schemas.openxmlformats.org/officeDocument/2006/relationships/image" Target="../media/image45.svg"/><Relationship Id="rId68" Type="http://schemas.openxmlformats.org/officeDocument/2006/relationships/image" Target="../media/image66.svg"/><Relationship Id="rId89" Type="http://schemas.openxmlformats.org/officeDocument/2006/relationships/image" Target="../media/image87.svg"/><Relationship Id="rId112" Type="http://schemas.openxmlformats.org/officeDocument/2006/relationships/image" Target="../media/image110.svg"/><Relationship Id="rId133" Type="http://schemas.openxmlformats.org/officeDocument/2006/relationships/image" Target="../media/image131.svg"/><Relationship Id="rId154" Type="http://schemas.openxmlformats.org/officeDocument/2006/relationships/image" Target="../media/image152.svg"/><Relationship Id="rId175" Type="http://schemas.openxmlformats.org/officeDocument/2006/relationships/image" Target="../media/image173.svg"/><Relationship Id="rId16" Type="http://schemas.openxmlformats.org/officeDocument/2006/relationships/image" Target="../media/image14.svg"/><Relationship Id="rId37" Type="http://schemas.openxmlformats.org/officeDocument/2006/relationships/image" Target="../media/image35.svg"/><Relationship Id="rId58" Type="http://schemas.openxmlformats.org/officeDocument/2006/relationships/image" Target="../media/image56.svg"/><Relationship Id="rId79" Type="http://schemas.openxmlformats.org/officeDocument/2006/relationships/image" Target="../media/image77.svg"/><Relationship Id="rId102" Type="http://schemas.openxmlformats.org/officeDocument/2006/relationships/image" Target="../media/image100.svg"/><Relationship Id="rId123" Type="http://schemas.openxmlformats.org/officeDocument/2006/relationships/image" Target="../media/image121.svg"/><Relationship Id="rId144" Type="http://schemas.openxmlformats.org/officeDocument/2006/relationships/image" Target="../media/image142.svg"/><Relationship Id="rId90" Type="http://schemas.openxmlformats.org/officeDocument/2006/relationships/image" Target="../media/image88.svg"/><Relationship Id="rId165" Type="http://schemas.openxmlformats.org/officeDocument/2006/relationships/image" Target="../media/image163.svg"/><Relationship Id="rId27" Type="http://schemas.openxmlformats.org/officeDocument/2006/relationships/image" Target="../media/image25.svg"/><Relationship Id="rId48" Type="http://schemas.openxmlformats.org/officeDocument/2006/relationships/image" Target="../media/image46.svg"/><Relationship Id="rId69" Type="http://schemas.openxmlformats.org/officeDocument/2006/relationships/image" Target="../media/image67.svg"/><Relationship Id="rId113" Type="http://schemas.openxmlformats.org/officeDocument/2006/relationships/image" Target="../media/image111.svg"/><Relationship Id="rId134" Type="http://schemas.openxmlformats.org/officeDocument/2006/relationships/image" Target="../media/image132.svg"/><Relationship Id="rId80" Type="http://schemas.openxmlformats.org/officeDocument/2006/relationships/image" Target="../media/image78.svg"/><Relationship Id="rId155" Type="http://schemas.openxmlformats.org/officeDocument/2006/relationships/image" Target="../media/image153.svg"/><Relationship Id="rId176" Type="http://schemas.openxmlformats.org/officeDocument/2006/relationships/image" Target="../media/image174.svg"/><Relationship Id="rId17" Type="http://schemas.openxmlformats.org/officeDocument/2006/relationships/image" Target="../media/image15.svg"/><Relationship Id="rId38" Type="http://schemas.openxmlformats.org/officeDocument/2006/relationships/image" Target="../media/image36.svg"/><Relationship Id="rId59" Type="http://schemas.openxmlformats.org/officeDocument/2006/relationships/image" Target="../media/image57.svg"/><Relationship Id="rId103" Type="http://schemas.openxmlformats.org/officeDocument/2006/relationships/image" Target="../media/image101.svg"/><Relationship Id="rId124" Type="http://schemas.openxmlformats.org/officeDocument/2006/relationships/image" Target="../media/image122.svg"/><Relationship Id="rId70" Type="http://schemas.openxmlformats.org/officeDocument/2006/relationships/image" Target="../media/image68.svg"/><Relationship Id="rId91" Type="http://schemas.openxmlformats.org/officeDocument/2006/relationships/image" Target="../media/image89.svg"/><Relationship Id="rId145" Type="http://schemas.openxmlformats.org/officeDocument/2006/relationships/image" Target="../media/image143.svg"/><Relationship Id="rId166" Type="http://schemas.openxmlformats.org/officeDocument/2006/relationships/image" Target="../media/image16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svg"/><Relationship Id="rId7" Type="http://schemas.openxmlformats.org/officeDocument/2006/relationships/image" Target="../media/image18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2.svg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8.svg"/><Relationship Id="rId21" Type="http://schemas.openxmlformats.org/officeDocument/2006/relationships/image" Target="../media/image202.svg"/><Relationship Id="rId42" Type="http://schemas.openxmlformats.org/officeDocument/2006/relationships/image" Target="../media/image223.svg"/><Relationship Id="rId63" Type="http://schemas.openxmlformats.org/officeDocument/2006/relationships/image" Target="../media/image244.svg"/><Relationship Id="rId84" Type="http://schemas.openxmlformats.org/officeDocument/2006/relationships/image" Target="../media/image265.svg"/><Relationship Id="rId138" Type="http://schemas.openxmlformats.org/officeDocument/2006/relationships/image" Target="../media/image319.svg"/><Relationship Id="rId159" Type="http://schemas.openxmlformats.org/officeDocument/2006/relationships/image" Target="../media/image340.svg"/><Relationship Id="rId170" Type="http://schemas.openxmlformats.org/officeDocument/2006/relationships/image" Target="../media/image351.svg"/><Relationship Id="rId191" Type="http://schemas.openxmlformats.org/officeDocument/2006/relationships/image" Target="../media/image372.svg"/><Relationship Id="rId205" Type="http://schemas.openxmlformats.org/officeDocument/2006/relationships/image" Target="../media/image386.svg"/><Relationship Id="rId107" Type="http://schemas.openxmlformats.org/officeDocument/2006/relationships/image" Target="../media/image288.svg"/><Relationship Id="rId11" Type="http://schemas.openxmlformats.org/officeDocument/2006/relationships/image" Target="../media/image192.svg"/><Relationship Id="rId32" Type="http://schemas.openxmlformats.org/officeDocument/2006/relationships/image" Target="../media/image213.svg"/><Relationship Id="rId53" Type="http://schemas.openxmlformats.org/officeDocument/2006/relationships/image" Target="../media/image234.svg"/><Relationship Id="rId74" Type="http://schemas.openxmlformats.org/officeDocument/2006/relationships/image" Target="../media/image255.svg"/><Relationship Id="rId128" Type="http://schemas.openxmlformats.org/officeDocument/2006/relationships/image" Target="../media/image309.svg"/><Relationship Id="rId149" Type="http://schemas.openxmlformats.org/officeDocument/2006/relationships/image" Target="../media/image330.svg"/><Relationship Id="rId5" Type="http://schemas.openxmlformats.org/officeDocument/2006/relationships/image" Target="../media/image186.svg"/><Relationship Id="rId95" Type="http://schemas.openxmlformats.org/officeDocument/2006/relationships/image" Target="../media/image276.svg"/><Relationship Id="rId160" Type="http://schemas.openxmlformats.org/officeDocument/2006/relationships/image" Target="../media/image341.svg"/><Relationship Id="rId181" Type="http://schemas.openxmlformats.org/officeDocument/2006/relationships/image" Target="../media/image362.svg"/><Relationship Id="rId22" Type="http://schemas.openxmlformats.org/officeDocument/2006/relationships/image" Target="../media/image203.svg"/><Relationship Id="rId43" Type="http://schemas.openxmlformats.org/officeDocument/2006/relationships/image" Target="../media/image224.svg"/><Relationship Id="rId64" Type="http://schemas.openxmlformats.org/officeDocument/2006/relationships/image" Target="../media/image245.svg"/><Relationship Id="rId118" Type="http://schemas.openxmlformats.org/officeDocument/2006/relationships/image" Target="../media/image299.svg"/><Relationship Id="rId139" Type="http://schemas.openxmlformats.org/officeDocument/2006/relationships/image" Target="../media/image320.svg"/><Relationship Id="rId85" Type="http://schemas.openxmlformats.org/officeDocument/2006/relationships/image" Target="../media/image266.svg"/><Relationship Id="rId150" Type="http://schemas.openxmlformats.org/officeDocument/2006/relationships/image" Target="../media/image331.svg"/><Relationship Id="rId171" Type="http://schemas.openxmlformats.org/officeDocument/2006/relationships/image" Target="../media/image352.svg"/><Relationship Id="rId192" Type="http://schemas.openxmlformats.org/officeDocument/2006/relationships/image" Target="../media/image373.svg"/><Relationship Id="rId206" Type="http://schemas.openxmlformats.org/officeDocument/2006/relationships/image" Target="../media/image387.svg"/><Relationship Id="rId12" Type="http://schemas.openxmlformats.org/officeDocument/2006/relationships/image" Target="../media/image193.svg"/><Relationship Id="rId33" Type="http://schemas.openxmlformats.org/officeDocument/2006/relationships/image" Target="../media/image214.svg"/><Relationship Id="rId108" Type="http://schemas.openxmlformats.org/officeDocument/2006/relationships/image" Target="../media/image289.svg"/><Relationship Id="rId129" Type="http://schemas.openxmlformats.org/officeDocument/2006/relationships/image" Target="../media/image310.svg"/><Relationship Id="rId54" Type="http://schemas.openxmlformats.org/officeDocument/2006/relationships/image" Target="../media/image235.svg"/><Relationship Id="rId75" Type="http://schemas.openxmlformats.org/officeDocument/2006/relationships/image" Target="../media/image256.svg"/><Relationship Id="rId96" Type="http://schemas.openxmlformats.org/officeDocument/2006/relationships/image" Target="../media/image277.svg"/><Relationship Id="rId140" Type="http://schemas.openxmlformats.org/officeDocument/2006/relationships/image" Target="../media/image321.svg"/><Relationship Id="rId161" Type="http://schemas.openxmlformats.org/officeDocument/2006/relationships/image" Target="../media/image342.svg"/><Relationship Id="rId182" Type="http://schemas.openxmlformats.org/officeDocument/2006/relationships/image" Target="../media/image363.svg"/><Relationship Id="rId6" Type="http://schemas.openxmlformats.org/officeDocument/2006/relationships/image" Target="../media/image187.svg"/><Relationship Id="rId23" Type="http://schemas.openxmlformats.org/officeDocument/2006/relationships/image" Target="../media/image204.svg"/><Relationship Id="rId119" Type="http://schemas.openxmlformats.org/officeDocument/2006/relationships/image" Target="../media/image300.svg"/><Relationship Id="rId44" Type="http://schemas.openxmlformats.org/officeDocument/2006/relationships/image" Target="../media/image225.svg"/><Relationship Id="rId65" Type="http://schemas.openxmlformats.org/officeDocument/2006/relationships/image" Target="../media/image246.svg"/><Relationship Id="rId86" Type="http://schemas.openxmlformats.org/officeDocument/2006/relationships/image" Target="../media/image267.svg"/><Relationship Id="rId130" Type="http://schemas.openxmlformats.org/officeDocument/2006/relationships/image" Target="../media/image311.svg"/><Relationship Id="rId151" Type="http://schemas.openxmlformats.org/officeDocument/2006/relationships/image" Target="../media/image332.svg"/><Relationship Id="rId172" Type="http://schemas.openxmlformats.org/officeDocument/2006/relationships/image" Target="../media/image353.svg"/><Relationship Id="rId193" Type="http://schemas.openxmlformats.org/officeDocument/2006/relationships/image" Target="../media/image374.svg"/><Relationship Id="rId207" Type="http://schemas.openxmlformats.org/officeDocument/2006/relationships/image" Target="../media/image388.svg"/><Relationship Id="rId13" Type="http://schemas.openxmlformats.org/officeDocument/2006/relationships/image" Target="../media/image194.svg"/><Relationship Id="rId109" Type="http://schemas.openxmlformats.org/officeDocument/2006/relationships/image" Target="../media/image290.svg"/><Relationship Id="rId34" Type="http://schemas.openxmlformats.org/officeDocument/2006/relationships/image" Target="../media/image215.svg"/><Relationship Id="rId55" Type="http://schemas.openxmlformats.org/officeDocument/2006/relationships/image" Target="../media/image236.svg"/><Relationship Id="rId76" Type="http://schemas.openxmlformats.org/officeDocument/2006/relationships/image" Target="../media/image257.svg"/><Relationship Id="rId97" Type="http://schemas.openxmlformats.org/officeDocument/2006/relationships/image" Target="../media/image278.svg"/><Relationship Id="rId120" Type="http://schemas.openxmlformats.org/officeDocument/2006/relationships/image" Target="../media/image301.svg"/><Relationship Id="rId141" Type="http://schemas.openxmlformats.org/officeDocument/2006/relationships/image" Target="../media/image322.svg"/><Relationship Id="rId7" Type="http://schemas.openxmlformats.org/officeDocument/2006/relationships/image" Target="../media/image188.svg"/><Relationship Id="rId162" Type="http://schemas.openxmlformats.org/officeDocument/2006/relationships/image" Target="../media/image343.svg"/><Relationship Id="rId183" Type="http://schemas.openxmlformats.org/officeDocument/2006/relationships/image" Target="../media/image364.svg"/><Relationship Id="rId24" Type="http://schemas.openxmlformats.org/officeDocument/2006/relationships/image" Target="../media/image205.svg"/><Relationship Id="rId45" Type="http://schemas.openxmlformats.org/officeDocument/2006/relationships/image" Target="../media/image226.svg"/><Relationship Id="rId66" Type="http://schemas.openxmlformats.org/officeDocument/2006/relationships/image" Target="../media/image247.svg"/><Relationship Id="rId87" Type="http://schemas.openxmlformats.org/officeDocument/2006/relationships/image" Target="../media/image268.svg"/><Relationship Id="rId110" Type="http://schemas.openxmlformats.org/officeDocument/2006/relationships/image" Target="../media/image291.svg"/><Relationship Id="rId131" Type="http://schemas.openxmlformats.org/officeDocument/2006/relationships/image" Target="../media/image312.svg"/><Relationship Id="rId61" Type="http://schemas.openxmlformats.org/officeDocument/2006/relationships/image" Target="../media/image242.svg"/><Relationship Id="rId82" Type="http://schemas.openxmlformats.org/officeDocument/2006/relationships/image" Target="../media/image263.svg"/><Relationship Id="rId152" Type="http://schemas.openxmlformats.org/officeDocument/2006/relationships/image" Target="../media/image333.svg"/><Relationship Id="rId173" Type="http://schemas.openxmlformats.org/officeDocument/2006/relationships/image" Target="../media/image354.svg"/><Relationship Id="rId194" Type="http://schemas.openxmlformats.org/officeDocument/2006/relationships/image" Target="../media/image375.svg"/><Relationship Id="rId199" Type="http://schemas.openxmlformats.org/officeDocument/2006/relationships/image" Target="../media/image380.svg"/><Relationship Id="rId203" Type="http://schemas.openxmlformats.org/officeDocument/2006/relationships/image" Target="../media/image384.svg"/><Relationship Id="rId208" Type="http://schemas.openxmlformats.org/officeDocument/2006/relationships/image" Target="../media/image389.svg"/><Relationship Id="rId19" Type="http://schemas.openxmlformats.org/officeDocument/2006/relationships/image" Target="../media/image200.svg"/><Relationship Id="rId14" Type="http://schemas.openxmlformats.org/officeDocument/2006/relationships/image" Target="../media/image195.svg"/><Relationship Id="rId30" Type="http://schemas.openxmlformats.org/officeDocument/2006/relationships/image" Target="../media/image211.svg"/><Relationship Id="rId35" Type="http://schemas.openxmlformats.org/officeDocument/2006/relationships/image" Target="../media/image216.svg"/><Relationship Id="rId56" Type="http://schemas.openxmlformats.org/officeDocument/2006/relationships/image" Target="../media/image237.svg"/><Relationship Id="rId77" Type="http://schemas.openxmlformats.org/officeDocument/2006/relationships/image" Target="../media/image258.svg"/><Relationship Id="rId100" Type="http://schemas.openxmlformats.org/officeDocument/2006/relationships/image" Target="../media/image281.svg"/><Relationship Id="rId105" Type="http://schemas.openxmlformats.org/officeDocument/2006/relationships/image" Target="../media/image286.svg"/><Relationship Id="rId126" Type="http://schemas.openxmlformats.org/officeDocument/2006/relationships/image" Target="../media/image307.svg"/><Relationship Id="rId147" Type="http://schemas.openxmlformats.org/officeDocument/2006/relationships/image" Target="../media/image328.svg"/><Relationship Id="rId168" Type="http://schemas.openxmlformats.org/officeDocument/2006/relationships/image" Target="../media/image349.svg"/><Relationship Id="rId8" Type="http://schemas.openxmlformats.org/officeDocument/2006/relationships/image" Target="../media/image189.svg"/><Relationship Id="rId51" Type="http://schemas.openxmlformats.org/officeDocument/2006/relationships/image" Target="../media/image232.svg"/><Relationship Id="rId72" Type="http://schemas.openxmlformats.org/officeDocument/2006/relationships/image" Target="../media/image253.svg"/><Relationship Id="rId93" Type="http://schemas.openxmlformats.org/officeDocument/2006/relationships/image" Target="../media/image274.svg"/><Relationship Id="rId98" Type="http://schemas.openxmlformats.org/officeDocument/2006/relationships/image" Target="../media/image279.svg"/><Relationship Id="rId121" Type="http://schemas.openxmlformats.org/officeDocument/2006/relationships/image" Target="../media/image302.svg"/><Relationship Id="rId142" Type="http://schemas.openxmlformats.org/officeDocument/2006/relationships/image" Target="../media/image323.svg"/><Relationship Id="rId163" Type="http://schemas.openxmlformats.org/officeDocument/2006/relationships/image" Target="../media/image344.svg"/><Relationship Id="rId184" Type="http://schemas.openxmlformats.org/officeDocument/2006/relationships/image" Target="../media/image365.svg"/><Relationship Id="rId189" Type="http://schemas.openxmlformats.org/officeDocument/2006/relationships/image" Target="../media/image370.svg"/><Relationship Id="rId3" Type="http://schemas.openxmlformats.org/officeDocument/2006/relationships/image" Target="../media/image184.svg"/><Relationship Id="rId25" Type="http://schemas.openxmlformats.org/officeDocument/2006/relationships/image" Target="../media/image206.svg"/><Relationship Id="rId46" Type="http://schemas.openxmlformats.org/officeDocument/2006/relationships/image" Target="../media/image227.svg"/><Relationship Id="rId67" Type="http://schemas.openxmlformats.org/officeDocument/2006/relationships/image" Target="../media/image248.svg"/><Relationship Id="rId116" Type="http://schemas.openxmlformats.org/officeDocument/2006/relationships/image" Target="../media/image297.svg"/><Relationship Id="rId137" Type="http://schemas.openxmlformats.org/officeDocument/2006/relationships/image" Target="../media/image318.svg"/><Relationship Id="rId158" Type="http://schemas.openxmlformats.org/officeDocument/2006/relationships/image" Target="../media/image339.svg"/><Relationship Id="rId20" Type="http://schemas.openxmlformats.org/officeDocument/2006/relationships/image" Target="../media/image201.svg"/><Relationship Id="rId41" Type="http://schemas.openxmlformats.org/officeDocument/2006/relationships/image" Target="../media/image222.svg"/><Relationship Id="rId62" Type="http://schemas.openxmlformats.org/officeDocument/2006/relationships/image" Target="../media/image243.svg"/><Relationship Id="rId83" Type="http://schemas.openxmlformats.org/officeDocument/2006/relationships/image" Target="../media/image264.svg"/><Relationship Id="rId88" Type="http://schemas.openxmlformats.org/officeDocument/2006/relationships/image" Target="../media/image269.svg"/><Relationship Id="rId111" Type="http://schemas.openxmlformats.org/officeDocument/2006/relationships/image" Target="../media/image292.svg"/><Relationship Id="rId132" Type="http://schemas.openxmlformats.org/officeDocument/2006/relationships/image" Target="../media/image313.svg"/><Relationship Id="rId153" Type="http://schemas.openxmlformats.org/officeDocument/2006/relationships/image" Target="../media/image334.svg"/><Relationship Id="rId174" Type="http://schemas.openxmlformats.org/officeDocument/2006/relationships/image" Target="../media/image355.svg"/><Relationship Id="rId179" Type="http://schemas.openxmlformats.org/officeDocument/2006/relationships/image" Target="../media/image360.svg"/><Relationship Id="rId195" Type="http://schemas.openxmlformats.org/officeDocument/2006/relationships/image" Target="../media/image376.svg"/><Relationship Id="rId209" Type="http://schemas.openxmlformats.org/officeDocument/2006/relationships/image" Target="../media/image390.svg"/><Relationship Id="rId190" Type="http://schemas.openxmlformats.org/officeDocument/2006/relationships/image" Target="../media/image371.svg"/><Relationship Id="rId204" Type="http://schemas.openxmlformats.org/officeDocument/2006/relationships/image" Target="../media/image385.svg"/><Relationship Id="rId15" Type="http://schemas.openxmlformats.org/officeDocument/2006/relationships/image" Target="../media/image196.svg"/><Relationship Id="rId36" Type="http://schemas.openxmlformats.org/officeDocument/2006/relationships/image" Target="../media/image217.svg"/><Relationship Id="rId57" Type="http://schemas.openxmlformats.org/officeDocument/2006/relationships/image" Target="../media/image238.svg"/><Relationship Id="rId106" Type="http://schemas.openxmlformats.org/officeDocument/2006/relationships/image" Target="../media/image287.svg"/><Relationship Id="rId127" Type="http://schemas.openxmlformats.org/officeDocument/2006/relationships/image" Target="../media/image308.svg"/><Relationship Id="rId10" Type="http://schemas.openxmlformats.org/officeDocument/2006/relationships/image" Target="../media/image191.svg"/><Relationship Id="rId31" Type="http://schemas.openxmlformats.org/officeDocument/2006/relationships/image" Target="../media/image212.svg"/><Relationship Id="rId52" Type="http://schemas.openxmlformats.org/officeDocument/2006/relationships/image" Target="../media/image233.svg"/><Relationship Id="rId73" Type="http://schemas.openxmlformats.org/officeDocument/2006/relationships/image" Target="../media/image254.svg"/><Relationship Id="rId78" Type="http://schemas.openxmlformats.org/officeDocument/2006/relationships/image" Target="../media/image259.svg"/><Relationship Id="rId94" Type="http://schemas.openxmlformats.org/officeDocument/2006/relationships/image" Target="../media/image275.svg"/><Relationship Id="rId99" Type="http://schemas.openxmlformats.org/officeDocument/2006/relationships/image" Target="../media/image280.svg"/><Relationship Id="rId101" Type="http://schemas.openxmlformats.org/officeDocument/2006/relationships/image" Target="../media/image282.svg"/><Relationship Id="rId122" Type="http://schemas.openxmlformats.org/officeDocument/2006/relationships/image" Target="../media/image303.svg"/><Relationship Id="rId143" Type="http://schemas.openxmlformats.org/officeDocument/2006/relationships/image" Target="../media/image324.svg"/><Relationship Id="rId148" Type="http://schemas.openxmlformats.org/officeDocument/2006/relationships/image" Target="../media/image329.svg"/><Relationship Id="rId164" Type="http://schemas.openxmlformats.org/officeDocument/2006/relationships/image" Target="../media/image345.svg"/><Relationship Id="rId169" Type="http://schemas.openxmlformats.org/officeDocument/2006/relationships/image" Target="../media/image350.svg"/><Relationship Id="rId185" Type="http://schemas.openxmlformats.org/officeDocument/2006/relationships/image" Target="../media/image366.svg"/><Relationship Id="rId4" Type="http://schemas.openxmlformats.org/officeDocument/2006/relationships/image" Target="../media/image185.svg"/><Relationship Id="rId9" Type="http://schemas.openxmlformats.org/officeDocument/2006/relationships/image" Target="../media/image190.svg"/><Relationship Id="rId180" Type="http://schemas.openxmlformats.org/officeDocument/2006/relationships/image" Target="../media/image361.svg"/><Relationship Id="rId210" Type="http://schemas.openxmlformats.org/officeDocument/2006/relationships/image" Target="../media/image391.svg"/><Relationship Id="rId26" Type="http://schemas.openxmlformats.org/officeDocument/2006/relationships/image" Target="../media/image207.svg"/><Relationship Id="rId47" Type="http://schemas.openxmlformats.org/officeDocument/2006/relationships/image" Target="../media/image228.svg"/><Relationship Id="rId68" Type="http://schemas.openxmlformats.org/officeDocument/2006/relationships/image" Target="../media/image249.svg"/><Relationship Id="rId89" Type="http://schemas.openxmlformats.org/officeDocument/2006/relationships/image" Target="../media/image270.svg"/><Relationship Id="rId112" Type="http://schemas.openxmlformats.org/officeDocument/2006/relationships/image" Target="../media/image293.svg"/><Relationship Id="rId133" Type="http://schemas.openxmlformats.org/officeDocument/2006/relationships/image" Target="../media/image314.svg"/><Relationship Id="rId154" Type="http://schemas.openxmlformats.org/officeDocument/2006/relationships/image" Target="../media/image335.svg"/><Relationship Id="rId175" Type="http://schemas.openxmlformats.org/officeDocument/2006/relationships/image" Target="../media/image356.svg"/><Relationship Id="rId196" Type="http://schemas.openxmlformats.org/officeDocument/2006/relationships/image" Target="../media/image377.svg"/><Relationship Id="rId200" Type="http://schemas.openxmlformats.org/officeDocument/2006/relationships/image" Target="../media/image381.svg"/><Relationship Id="rId16" Type="http://schemas.openxmlformats.org/officeDocument/2006/relationships/image" Target="../media/image197.svg"/><Relationship Id="rId37" Type="http://schemas.openxmlformats.org/officeDocument/2006/relationships/image" Target="../media/image218.svg"/><Relationship Id="rId58" Type="http://schemas.openxmlformats.org/officeDocument/2006/relationships/image" Target="../media/image239.svg"/><Relationship Id="rId79" Type="http://schemas.openxmlformats.org/officeDocument/2006/relationships/image" Target="../media/image260.svg"/><Relationship Id="rId102" Type="http://schemas.openxmlformats.org/officeDocument/2006/relationships/image" Target="../media/image283.svg"/><Relationship Id="rId123" Type="http://schemas.openxmlformats.org/officeDocument/2006/relationships/image" Target="../media/image304.svg"/><Relationship Id="rId144" Type="http://schemas.openxmlformats.org/officeDocument/2006/relationships/image" Target="../media/image325.svg"/><Relationship Id="rId90" Type="http://schemas.openxmlformats.org/officeDocument/2006/relationships/image" Target="../media/image271.svg"/><Relationship Id="rId165" Type="http://schemas.openxmlformats.org/officeDocument/2006/relationships/image" Target="../media/image346.svg"/><Relationship Id="rId186" Type="http://schemas.openxmlformats.org/officeDocument/2006/relationships/image" Target="../media/image367.svg"/><Relationship Id="rId211" Type="http://schemas.openxmlformats.org/officeDocument/2006/relationships/image" Target="../media/image392.svg"/><Relationship Id="rId27" Type="http://schemas.openxmlformats.org/officeDocument/2006/relationships/image" Target="../media/image208.svg"/><Relationship Id="rId48" Type="http://schemas.openxmlformats.org/officeDocument/2006/relationships/image" Target="../media/image229.svg"/><Relationship Id="rId69" Type="http://schemas.openxmlformats.org/officeDocument/2006/relationships/image" Target="../media/image250.svg"/><Relationship Id="rId113" Type="http://schemas.openxmlformats.org/officeDocument/2006/relationships/image" Target="../media/image294.svg"/><Relationship Id="rId134" Type="http://schemas.openxmlformats.org/officeDocument/2006/relationships/image" Target="../media/image315.svg"/><Relationship Id="rId80" Type="http://schemas.openxmlformats.org/officeDocument/2006/relationships/image" Target="../media/image261.svg"/><Relationship Id="rId155" Type="http://schemas.openxmlformats.org/officeDocument/2006/relationships/image" Target="../media/image336.svg"/><Relationship Id="rId176" Type="http://schemas.openxmlformats.org/officeDocument/2006/relationships/image" Target="../media/image357.svg"/><Relationship Id="rId197" Type="http://schemas.openxmlformats.org/officeDocument/2006/relationships/image" Target="../media/image378.svg"/><Relationship Id="rId201" Type="http://schemas.openxmlformats.org/officeDocument/2006/relationships/image" Target="../media/image382.svg"/><Relationship Id="rId17" Type="http://schemas.openxmlformats.org/officeDocument/2006/relationships/image" Target="../media/image198.svg"/><Relationship Id="rId38" Type="http://schemas.openxmlformats.org/officeDocument/2006/relationships/image" Target="../media/image219.svg"/><Relationship Id="rId59" Type="http://schemas.openxmlformats.org/officeDocument/2006/relationships/image" Target="../media/image240.svg"/><Relationship Id="rId103" Type="http://schemas.openxmlformats.org/officeDocument/2006/relationships/image" Target="../media/image284.svg"/><Relationship Id="rId124" Type="http://schemas.openxmlformats.org/officeDocument/2006/relationships/image" Target="../media/image305.svg"/><Relationship Id="rId70" Type="http://schemas.openxmlformats.org/officeDocument/2006/relationships/image" Target="../media/image251.svg"/><Relationship Id="rId91" Type="http://schemas.openxmlformats.org/officeDocument/2006/relationships/image" Target="../media/image272.svg"/><Relationship Id="rId145" Type="http://schemas.openxmlformats.org/officeDocument/2006/relationships/image" Target="../media/image326.svg"/><Relationship Id="rId166" Type="http://schemas.openxmlformats.org/officeDocument/2006/relationships/image" Target="../media/image347.svg"/><Relationship Id="rId187" Type="http://schemas.openxmlformats.org/officeDocument/2006/relationships/image" Target="../media/image368.svg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09.svg"/><Relationship Id="rId49" Type="http://schemas.openxmlformats.org/officeDocument/2006/relationships/image" Target="../media/image230.svg"/><Relationship Id="rId114" Type="http://schemas.openxmlformats.org/officeDocument/2006/relationships/image" Target="../media/image295.svg"/><Relationship Id="rId60" Type="http://schemas.openxmlformats.org/officeDocument/2006/relationships/image" Target="../media/image241.svg"/><Relationship Id="rId81" Type="http://schemas.openxmlformats.org/officeDocument/2006/relationships/image" Target="../media/image262.svg"/><Relationship Id="rId135" Type="http://schemas.openxmlformats.org/officeDocument/2006/relationships/image" Target="../media/image316.svg"/><Relationship Id="rId156" Type="http://schemas.openxmlformats.org/officeDocument/2006/relationships/image" Target="../media/image337.svg"/><Relationship Id="rId177" Type="http://schemas.openxmlformats.org/officeDocument/2006/relationships/image" Target="../media/image358.svg"/><Relationship Id="rId198" Type="http://schemas.openxmlformats.org/officeDocument/2006/relationships/image" Target="../media/image379.svg"/><Relationship Id="rId202" Type="http://schemas.openxmlformats.org/officeDocument/2006/relationships/image" Target="../media/image383.svg"/><Relationship Id="rId18" Type="http://schemas.openxmlformats.org/officeDocument/2006/relationships/image" Target="../media/image199.svg"/><Relationship Id="rId39" Type="http://schemas.openxmlformats.org/officeDocument/2006/relationships/image" Target="../media/image220.svg"/><Relationship Id="rId50" Type="http://schemas.openxmlformats.org/officeDocument/2006/relationships/image" Target="../media/image231.svg"/><Relationship Id="rId104" Type="http://schemas.openxmlformats.org/officeDocument/2006/relationships/image" Target="../media/image285.svg"/><Relationship Id="rId125" Type="http://schemas.openxmlformats.org/officeDocument/2006/relationships/image" Target="../media/image306.svg"/><Relationship Id="rId146" Type="http://schemas.openxmlformats.org/officeDocument/2006/relationships/image" Target="../media/image327.svg"/><Relationship Id="rId167" Type="http://schemas.openxmlformats.org/officeDocument/2006/relationships/image" Target="../media/image348.svg"/><Relationship Id="rId188" Type="http://schemas.openxmlformats.org/officeDocument/2006/relationships/image" Target="../media/image369.svg"/><Relationship Id="rId71" Type="http://schemas.openxmlformats.org/officeDocument/2006/relationships/image" Target="../media/image252.svg"/><Relationship Id="rId92" Type="http://schemas.openxmlformats.org/officeDocument/2006/relationships/image" Target="../media/image273.svg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210.svg"/><Relationship Id="rId40" Type="http://schemas.openxmlformats.org/officeDocument/2006/relationships/image" Target="../media/image221.svg"/><Relationship Id="rId115" Type="http://schemas.openxmlformats.org/officeDocument/2006/relationships/image" Target="../media/image296.svg"/><Relationship Id="rId136" Type="http://schemas.openxmlformats.org/officeDocument/2006/relationships/image" Target="../media/image317.svg"/><Relationship Id="rId157" Type="http://schemas.openxmlformats.org/officeDocument/2006/relationships/image" Target="../media/image338.svg"/><Relationship Id="rId178" Type="http://schemas.openxmlformats.org/officeDocument/2006/relationships/image" Target="../media/image35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png"/><Relationship Id="rId3" Type="http://schemas.openxmlformats.org/officeDocument/2006/relationships/image" Target="../media/image393.svg"/><Relationship Id="rId7" Type="http://schemas.openxmlformats.org/officeDocument/2006/relationships/image" Target="../media/image39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6.svg"/><Relationship Id="rId5" Type="http://schemas.openxmlformats.org/officeDocument/2006/relationships/image" Target="../media/image395.svg"/><Relationship Id="rId4" Type="http://schemas.openxmlformats.org/officeDocument/2006/relationships/image" Target="../media/image394.svg"/><Relationship Id="rId9" Type="http://schemas.openxmlformats.org/officeDocument/2006/relationships/image" Target="../media/image39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5.png"/><Relationship Id="rId3" Type="http://schemas.openxmlformats.org/officeDocument/2006/relationships/image" Target="../media/image400.svg"/><Relationship Id="rId7" Type="http://schemas.openxmlformats.org/officeDocument/2006/relationships/image" Target="../media/image404.png"/><Relationship Id="rId12" Type="http://schemas.openxmlformats.org/officeDocument/2006/relationships/image" Target="../media/image40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3.png"/><Relationship Id="rId11" Type="http://schemas.openxmlformats.org/officeDocument/2006/relationships/image" Target="../media/image408.svg"/><Relationship Id="rId5" Type="http://schemas.openxmlformats.org/officeDocument/2006/relationships/image" Target="../media/image402.svg"/><Relationship Id="rId10" Type="http://schemas.openxmlformats.org/officeDocument/2006/relationships/image" Target="../media/image407.svg"/><Relationship Id="rId4" Type="http://schemas.openxmlformats.org/officeDocument/2006/relationships/image" Target="../media/image401.svg"/><Relationship Id="rId9" Type="http://schemas.openxmlformats.org/officeDocument/2006/relationships/image" Target="../media/image40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5.svg"/><Relationship Id="rId3" Type="http://schemas.openxmlformats.org/officeDocument/2006/relationships/image" Target="../media/image410.svg"/><Relationship Id="rId7" Type="http://schemas.openxmlformats.org/officeDocument/2006/relationships/image" Target="../media/image4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3.svg"/><Relationship Id="rId5" Type="http://schemas.openxmlformats.org/officeDocument/2006/relationships/image" Target="../media/image412.svg"/><Relationship Id="rId10" Type="http://schemas.openxmlformats.org/officeDocument/2006/relationships/image" Target="../media/image417.svg"/><Relationship Id="rId4" Type="http://schemas.openxmlformats.org/officeDocument/2006/relationships/image" Target="../media/image411.svg"/><Relationship Id="rId9" Type="http://schemas.openxmlformats.org/officeDocument/2006/relationships/image" Target="../media/image416.sv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41.svg"/><Relationship Id="rId21" Type="http://schemas.openxmlformats.org/officeDocument/2006/relationships/image" Target="../media/image436.svg"/><Relationship Id="rId42" Type="http://schemas.openxmlformats.org/officeDocument/2006/relationships/image" Target="../media/image457.svg"/><Relationship Id="rId47" Type="http://schemas.openxmlformats.org/officeDocument/2006/relationships/image" Target="../media/image462.svg"/><Relationship Id="rId63" Type="http://schemas.openxmlformats.org/officeDocument/2006/relationships/image" Target="../media/image478.svg"/><Relationship Id="rId68" Type="http://schemas.openxmlformats.org/officeDocument/2006/relationships/image" Target="../media/image483.svg"/><Relationship Id="rId84" Type="http://schemas.openxmlformats.org/officeDocument/2006/relationships/image" Target="../media/image499.svg"/><Relationship Id="rId89" Type="http://schemas.openxmlformats.org/officeDocument/2006/relationships/image" Target="../media/image504.svg"/><Relationship Id="rId16" Type="http://schemas.openxmlformats.org/officeDocument/2006/relationships/image" Target="../media/image431.svg"/><Relationship Id="rId107" Type="http://schemas.openxmlformats.org/officeDocument/2006/relationships/image" Target="../media/image522.svg"/><Relationship Id="rId11" Type="http://schemas.openxmlformats.org/officeDocument/2006/relationships/image" Target="../media/image426.svg"/><Relationship Id="rId32" Type="http://schemas.openxmlformats.org/officeDocument/2006/relationships/image" Target="../media/image447.svg"/><Relationship Id="rId37" Type="http://schemas.openxmlformats.org/officeDocument/2006/relationships/image" Target="../media/image452.svg"/><Relationship Id="rId53" Type="http://schemas.openxmlformats.org/officeDocument/2006/relationships/image" Target="../media/image468.svg"/><Relationship Id="rId58" Type="http://schemas.openxmlformats.org/officeDocument/2006/relationships/image" Target="../media/image473.svg"/><Relationship Id="rId74" Type="http://schemas.openxmlformats.org/officeDocument/2006/relationships/image" Target="../media/image489.svg"/><Relationship Id="rId79" Type="http://schemas.openxmlformats.org/officeDocument/2006/relationships/image" Target="../media/image494.svg"/><Relationship Id="rId102" Type="http://schemas.openxmlformats.org/officeDocument/2006/relationships/image" Target="../media/image517.svg"/><Relationship Id="rId5" Type="http://schemas.openxmlformats.org/officeDocument/2006/relationships/image" Target="../media/image420.svg"/><Relationship Id="rId90" Type="http://schemas.openxmlformats.org/officeDocument/2006/relationships/image" Target="../media/image505.svg"/><Relationship Id="rId95" Type="http://schemas.openxmlformats.org/officeDocument/2006/relationships/image" Target="../media/image510.svg"/><Relationship Id="rId22" Type="http://schemas.openxmlformats.org/officeDocument/2006/relationships/image" Target="../media/image437.svg"/><Relationship Id="rId27" Type="http://schemas.openxmlformats.org/officeDocument/2006/relationships/image" Target="../media/image442.svg"/><Relationship Id="rId43" Type="http://schemas.openxmlformats.org/officeDocument/2006/relationships/image" Target="../media/image458.svg"/><Relationship Id="rId48" Type="http://schemas.openxmlformats.org/officeDocument/2006/relationships/image" Target="../media/image463.svg"/><Relationship Id="rId64" Type="http://schemas.openxmlformats.org/officeDocument/2006/relationships/image" Target="../media/image479.svg"/><Relationship Id="rId69" Type="http://schemas.openxmlformats.org/officeDocument/2006/relationships/image" Target="../media/image484.svg"/><Relationship Id="rId80" Type="http://schemas.openxmlformats.org/officeDocument/2006/relationships/image" Target="../media/image495.svg"/><Relationship Id="rId85" Type="http://schemas.openxmlformats.org/officeDocument/2006/relationships/image" Target="../media/image500.svg"/><Relationship Id="rId12" Type="http://schemas.openxmlformats.org/officeDocument/2006/relationships/image" Target="../media/image427.svg"/><Relationship Id="rId17" Type="http://schemas.openxmlformats.org/officeDocument/2006/relationships/image" Target="../media/image432.svg"/><Relationship Id="rId33" Type="http://schemas.openxmlformats.org/officeDocument/2006/relationships/image" Target="../media/image448.svg"/><Relationship Id="rId38" Type="http://schemas.openxmlformats.org/officeDocument/2006/relationships/image" Target="../media/image453.svg"/><Relationship Id="rId59" Type="http://schemas.openxmlformats.org/officeDocument/2006/relationships/image" Target="../media/image474.svg"/><Relationship Id="rId103" Type="http://schemas.openxmlformats.org/officeDocument/2006/relationships/image" Target="../media/image518.svg"/><Relationship Id="rId108" Type="http://schemas.openxmlformats.org/officeDocument/2006/relationships/image" Target="../media/image523.svg"/><Relationship Id="rId54" Type="http://schemas.openxmlformats.org/officeDocument/2006/relationships/image" Target="../media/image469.svg"/><Relationship Id="rId70" Type="http://schemas.openxmlformats.org/officeDocument/2006/relationships/image" Target="../media/image485.svg"/><Relationship Id="rId75" Type="http://schemas.openxmlformats.org/officeDocument/2006/relationships/image" Target="../media/image490.svg"/><Relationship Id="rId91" Type="http://schemas.openxmlformats.org/officeDocument/2006/relationships/image" Target="../media/image506.svg"/><Relationship Id="rId96" Type="http://schemas.openxmlformats.org/officeDocument/2006/relationships/image" Target="../media/image5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1.svg"/><Relationship Id="rId15" Type="http://schemas.openxmlformats.org/officeDocument/2006/relationships/image" Target="../media/image430.svg"/><Relationship Id="rId23" Type="http://schemas.openxmlformats.org/officeDocument/2006/relationships/image" Target="../media/image438.svg"/><Relationship Id="rId28" Type="http://schemas.openxmlformats.org/officeDocument/2006/relationships/image" Target="../media/image443.svg"/><Relationship Id="rId36" Type="http://schemas.openxmlformats.org/officeDocument/2006/relationships/image" Target="../media/image451.svg"/><Relationship Id="rId49" Type="http://schemas.openxmlformats.org/officeDocument/2006/relationships/image" Target="../media/image464.svg"/><Relationship Id="rId57" Type="http://schemas.openxmlformats.org/officeDocument/2006/relationships/image" Target="../media/image472.svg"/><Relationship Id="rId106" Type="http://schemas.openxmlformats.org/officeDocument/2006/relationships/image" Target="../media/image521.svg"/><Relationship Id="rId10" Type="http://schemas.openxmlformats.org/officeDocument/2006/relationships/image" Target="../media/image425.svg"/><Relationship Id="rId31" Type="http://schemas.openxmlformats.org/officeDocument/2006/relationships/image" Target="../media/image446.svg"/><Relationship Id="rId44" Type="http://schemas.openxmlformats.org/officeDocument/2006/relationships/image" Target="../media/image459.svg"/><Relationship Id="rId52" Type="http://schemas.openxmlformats.org/officeDocument/2006/relationships/image" Target="../media/image467.svg"/><Relationship Id="rId60" Type="http://schemas.openxmlformats.org/officeDocument/2006/relationships/image" Target="../media/image475.svg"/><Relationship Id="rId65" Type="http://schemas.openxmlformats.org/officeDocument/2006/relationships/image" Target="../media/image480.svg"/><Relationship Id="rId73" Type="http://schemas.openxmlformats.org/officeDocument/2006/relationships/image" Target="../media/image488.svg"/><Relationship Id="rId78" Type="http://schemas.openxmlformats.org/officeDocument/2006/relationships/image" Target="../media/image493.svg"/><Relationship Id="rId81" Type="http://schemas.openxmlformats.org/officeDocument/2006/relationships/image" Target="../media/image496.svg"/><Relationship Id="rId86" Type="http://schemas.openxmlformats.org/officeDocument/2006/relationships/image" Target="../media/image501.svg"/><Relationship Id="rId94" Type="http://schemas.openxmlformats.org/officeDocument/2006/relationships/image" Target="../media/image509.svg"/><Relationship Id="rId99" Type="http://schemas.openxmlformats.org/officeDocument/2006/relationships/image" Target="../media/image514.svg"/><Relationship Id="rId101" Type="http://schemas.openxmlformats.org/officeDocument/2006/relationships/image" Target="../media/image516.svg"/><Relationship Id="rId4" Type="http://schemas.openxmlformats.org/officeDocument/2006/relationships/image" Target="../media/image419.svg"/><Relationship Id="rId9" Type="http://schemas.openxmlformats.org/officeDocument/2006/relationships/image" Target="../media/image424.svg"/><Relationship Id="rId13" Type="http://schemas.openxmlformats.org/officeDocument/2006/relationships/image" Target="../media/image428.svg"/><Relationship Id="rId18" Type="http://schemas.openxmlformats.org/officeDocument/2006/relationships/image" Target="../media/image433.svg"/><Relationship Id="rId39" Type="http://schemas.openxmlformats.org/officeDocument/2006/relationships/image" Target="../media/image454.svg"/><Relationship Id="rId109" Type="http://schemas.openxmlformats.org/officeDocument/2006/relationships/image" Target="../media/image524.svg"/><Relationship Id="rId34" Type="http://schemas.openxmlformats.org/officeDocument/2006/relationships/image" Target="../media/image449.svg"/><Relationship Id="rId50" Type="http://schemas.openxmlformats.org/officeDocument/2006/relationships/image" Target="../media/image465.svg"/><Relationship Id="rId55" Type="http://schemas.openxmlformats.org/officeDocument/2006/relationships/image" Target="../media/image470.svg"/><Relationship Id="rId76" Type="http://schemas.openxmlformats.org/officeDocument/2006/relationships/image" Target="../media/image491.svg"/><Relationship Id="rId97" Type="http://schemas.openxmlformats.org/officeDocument/2006/relationships/image" Target="../media/image512.svg"/><Relationship Id="rId104" Type="http://schemas.openxmlformats.org/officeDocument/2006/relationships/image" Target="../media/image519.svg"/><Relationship Id="rId7" Type="http://schemas.openxmlformats.org/officeDocument/2006/relationships/image" Target="../media/image422.svg"/><Relationship Id="rId71" Type="http://schemas.openxmlformats.org/officeDocument/2006/relationships/image" Target="../media/image486.svg"/><Relationship Id="rId92" Type="http://schemas.openxmlformats.org/officeDocument/2006/relationships/image" Target="../media/image507.svg"/><Relationship Id="rId2" Type="http://schemas.openxmlformats.org/officeDocument/2006/relationships/notesSlide" Target="../notesSlides/notesSlide9.xml"/><Relationship Id="rId29" Type="http://schemas.openxmlformats.org/officeDocument/2006/relationships/image" Target="../media/image444.svg"/><Relationship Id="rId24" Type="http://schemas.openxmlformats.org/officeDocument/2006/relationships/image" Target="../media/image439.svg"/><Relationship Id="rId40" Type="http://schemas.openxmlformats.org/officeDocument/2006/relationships/image" Target="../media/image455.svg"/><Relationship Id="rId45" Type="http://schemas.openxmlformats.org/officeDocument/2006/relationships/image" Target="../media/image460.svg"/><Relationship Id="rId66" Type="http://schemas.openxmlformats.org/officeDocument/2006/relationships/image" Target="../media/image481.svg"/><Relationship Id="rId87" Type="http://schemas.openxmlformats.org/officeDocument/2006/relationships/image" Target="../media/image502.svg"/><Relationship Id="rId61" Type="http://schemas.openxmlformats.org/officeDocument/2006/relationships/image" Target="../media/image476.svg"/><Relationship Id="rId82" Type="http://schemas.openxmlformats.org/officeDocument/2006/relationships/image" Target="../media/image497.svg"/><Relationship Id="rId19" Type="http://schemas.openxmlformats.org/officeDocument/2006/relationships/image" Target="../media/image434.svg"/><Relationship Id="rId14" Type="http://schemas.openxmlformats.org/officeDocument/2006/relationships/image" Target="../media/image429.svg"/><Relationship Id="rId30" Type="http://schemas.openxmlformats.org/officeDocument/2006/relationships/image" Target="../media/image445.svg"/><Relationship Id="rId35" Type="http://schemas.openxmlformats.org/officeDocument/2006/relationships/image" Target="../media/image450.svg"/><Relationship Id="rId56" Type="http://schemas.openxmlformats.org/officeDocument/2006/relationships/image" Target="../media/image471.svg"/><Relationship Id="rId77" Type="http://schemas.openxmlformats.org/officeDocument/2006/relationships/image" Target="../media/image492.svg"/><Relationship Id="rId100" Type="http://schemas.openxmlformats.org/officeDocument/2006/relationships/image" Target="../media/image515.svg"/><Relationship Id="rId105" Type="http://schemas.openxmlformats.org/officeDocument/2006/relationships/image" Target="../media/image520.svg"/><Relationship Id="rId8" Type="http://schemas.openxmlformats.org/officeDocument/2006/relationships/image" Target="../media/image423.svg"/><Relationship Id="rId51" Type="http://schemas.openxmlformats.org/officeDocument/2006/relationships/image" Target="../media/image466.svg"/><Relationship Id="rId72" Type="http://schemas.openxmlformats.org/officeDocument/2006/relationships/image" Target="../media/image487.svg"/><Relationship Id="rId93" Type="http://schemas.openxmlformats.org/officeDocument/2006/relationships/image" Target="../media/image508.svg"/><Relationship Id="rId98" Type="http://schemas.openxmlformats.org/officeDocument/2006/relationships/image" Target="../media/image513.svg"/><Relationship Id="rId3" Type="http://schemas.openxmlformats.org/officeDocument/2006/relationships/image" Target="../media/image418.svg"/><Relationship Id="rId25" Type="http://schemas.openxmlformats.org/officeDocument/2006/relationships/image" Target="../media/image440.svg"/><Relationship Id="rId46" Type="http://schemas.openxmlformats.org/officeDocument/2006/relationships/image" Target="../media/image461.svg"/><Relationship Id="rId67" Type="http://schemas.openxmlformats.org/officeDocument/2006/relationships/image" Target="../media/image482.svg"/><Relationship Id="rId20" Type="http://schemas.openxmlformats.org/officeDocument/2006/relationships/image" Target="../media/image435.svg"/><Relationship Id="rId41" Type="http://schemas.openxmlformats.org/officeDocument/2006/relationships/image" Target="../media/image456.svg"/><Relationship Id="rId62" Type="http://schemas.openxmlformats.org/officeDocument/2006/relationships/image" Target="../media/image477.svg"/><Relationship Id="rId83" Type="http://schemas.openxmlformats.org/officeDocument/2006/relationships/image" Target="../media/image498.svg"/><Relationship Id="rId88" Type="http://schemas.openxmlformats.org/officeDocument/2006/relationships/image" Target="../media/image50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5100" y="3835400"/>
            <a:ext cx="2692400" cy="177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06400" y="177800"/>
            <a:ext cx="4787900" cy="2933700"/>
          </a:xfrm>
          <a:prstGeom prst="rect">
            <a:avLst/>
          </a:prstGeom>
        </p:spPr>
        <p:txBody>
          <a:bodyPr lIns="0" tIns="0" rIns="0" bIns="76200" rtlCol="0" anchor="b"/>
          <a:lstStyle/>
          <a:p>
            <a:pPr lvl="0" algn="l">
              <a:lnSpc>
                <a:spcPct val="99600"/>
              </a:lnSpc>
            </a:pPr>
            <a:r>
              <a:rPr lang="en-US" sz="1462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2026 캡스톤 디자인 및 AI 해커톤</a:t>
            </a:r>
          </a:p>
          <a:p>
            <a:pPr lvl="0" algn="l">
              <a:lnSpc>
                <a:spcPct val="99600"/>
              </a:lnSpc>
            </a:pPr>
            <a:endParaRPr lang="en-US" sz="1462" b="1" i="0" u="none" strike="noStrike">
              <a:solidFill>
                <a:srgbClr val="0F7FB7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lvl="0" algn="l">
              <a:lnSpc>
                <a:spcPct val="99600"/>
              </a:lnSpc>
            </a:pPr>
            <a:endParaRPr lang="en-US" sz="1462" b="1" i="0" u="none" strike="noStrike">
              <a:solidFill>
                <a:srgbClr val="0F7FB7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lvl="0" algn="l">
              <a:lnSpc>
                <a:spcPct val="99600"/>
              </a:lnSpc>
            </a:pPr>
            <a:endParaRPr lang="en-US" sz="1462" b="1" i="0" u="none" strike="noStrike">
              <a:solidFill>
                <a:srgbClr val="0F7FB7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lvl="0" algn="l">
              <a:lnSpc>
                <a:spcPct val="99600"/>
              </a:lnSpc>
            </a:pPr>
            <a:endParaRPr lang="en-US" sz="1462" b="1" i="0" u="none" strike="noStrike">
              <a:solidFill>
                <a:srgbClr val="0F7FB7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lvl="0" algn="l">
              <a:lnSpc>
                <a:spcPct val="99600"/>
              </a:lnSpc>
            </a:pPr>
            <a:endParaRPr lang="en-US" sz="1462" b="1" i="0" u="none" strike="noStrike">
              <a:solidFill>
                <a:srgbClr val="0F7FB7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lvl="0" algn="l">
              <a:lnSpc>
                <a:spcPct val="99600"/>
              </a:lnSpc>
            </a:pPr>
            <a:endParaRPr lang="en-US" sz="1462" b="1" i="0" u="none" strike="noStrike">
              <a:solidFill>
                <a:srgbClr val="0F7FB7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lvl="0" algn="l">
              <a:lnSpc>
                <a:spcPct val="99600"/>
              </a:lnSpc>
            </a:pPr>
            <a:r>
              <a:rPr lang="en-US" sz="7314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이음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3098800"/>
            <a:ext cx="4000500" cy="381000"/>
          </a:xfrm>
          <a:prstGeom prst="rect">
            <a:avLst/>
          </a:prstGeom>
        </p:spPr>
        <p:txBody>
          <a:bodyPr lIns="0" tIns="20317" rIns="0" bIns="20317" rtlCol="0" anchor="ctr"/>
          <a:lstStyle/>
          <a:p>
            <a:pPr lvl="0" algn="l">
              <a:lnSpc>
                <a:spcPct val="99600"/>
              </a:lnSpc>
            </a:pPr>
            <a:r>
              <a:rPr lang="en-US" sz="1599" b="0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흩어진 장애아동 지원을 하나로 묶어주는 AI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8700" y="1219200"/>
            <a:ext cx="6477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9500" y="1104900"/>
            <a:ext cx="546100" cy="88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400" y="1485900"/>
            <a:ext cx="609600" cy="245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45400" y="1498600"/>
            <a:ext cx="101600" cy="139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7900" y="825500"/>
            <a:ext cx="749300" cy="698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72100" y="1765300"/>
            <a:ext cx="622300" cy="1244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02300" y="1765300"/>
            <a:ext cx="1346200" cy="1244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5900" y="2413000"/>
            <a:ext cx="495300" cy="1206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08800" y="2425700"/>
            <a:ext cx="406400" cy="1193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53100" y="2413000"/>
            <a:ext cx="342900" cy="1206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89800" y="2413000"/>
            <a:ext cx="342900" cy="1206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70600" y="2984500"/>
            <a:ext cx="1244600" cy="635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70600" y="2730500"/>
            <a:ext cx="1244600" cy="292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42000" y="2425700"/>
            <a:ext cx="266700" cy="1130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289800" y="2425700"/>
            <a:ext cx="25400" cy="1130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59400" y="3581400"/>
            <a:ext cx="165100" cy="342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59400" y="3594100"/>
            <a:ext cx="152400" cy="114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842000" y="3581400"/>
            <a:ext cx="165100" cy="342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54700" y="3594100"/>
            <a:ext cx="152400" cy="114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07200" y="3594100"/>
            <a:ext cx="152400" cy="330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807200" y="3594100"/>
            <a:ext cx="152400" cy="114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91400" y="3581400"/>
            <a:ext cx="165100" cy="3429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391400" y="3594100"/>
            <a:ext cx="152400" cy="114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04000" y="1600200"/>
            <a:ext cx="558800" cy="1028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845300" y="2387600"/>
            <a:ext cx="673100" cy="368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061200" y="2641600"/>
            <a:ext cx="165100" cy="635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213600" y="2616200"/>
            <a:ext cx="241300" cy="76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264400" y="2565400"/>
            <a:ext cx="215900" cy="762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277100" y="2514600"/>
            <a:ext cx="177800" cy="63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604000" y="1562100"/>
            <a:ext cx="304800" cy="419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642100" y="1689100"/>
            <a:ext cx="190500" cy="2667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654800" y="1879600"/>
            <a:ext cx="215900" cy="635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616700" y="1574800"/>
            <a:ext cx="254000" cy="4064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378700" y="3492500"/>
            <a:ext cx="965200" cy="7112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518400" y="3848100"/>
            <a:ext cx="838200" cy="3683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543800" y="3937000"/>
            <a:ext cx="825500" cy="2921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7607300" y="4165600"/>
            <a:ext cx="723900" cy="254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153400" y="4064000"/>
            <a:ext cx="114300" cy="1143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7937500" y="3949700"/>
            <a:ext cx="152400" cy="76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7975600" y="3949700"/>
            <a:ext cx="152400" cy="762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013700" y="3975100"/>
            <a:ext cx="152400" cy="762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8039100" y="3987800"/>
            <a:ext cx="152400" cy="762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013700" y="3810000"/>
            <a:ext cx="152400" cy="1778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835900" y="3898900"/>
            <a:ext cx="203200" cy="1016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6159500" y="2247900"/>
            <a:ext cx="1866900" cy="16891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7493000" y="3784600"/>
            <a:ext cx="457200" cy="508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6273800" y="2273300"/>
            <a:ext cx="1270000" cy="14732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705600" y="3568700"/>
            <a:ext cx="787400" cy="7493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6705600" y="3949700"/>
            <a:ext cx="800100" cy="3683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705600" y="4038600"/>
            <a:ext cx="825500" cy="2921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756400" y="4267200"/>
            <a:ext cx="723900" cy="254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302500" y="4178300"/>
            <a:ext cx="114300" cy="1143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086600" y="4051300"/>
            <a:ext cx="152400" cy="762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7124700" y="4064000"/>
            <a:ext cx="152400" cy="762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7150100" y="4076700"/>
            <a:ext cx="152400" cy="76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188200" y="4089400"/>
            <a:ext cx="152400" cy="762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7150100" y="3911600"/>
            <a:ext cx="152400" cy="1778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6997700" y="3987800"/>
            <a:ext cx="203200" cy="1016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5981700" y="2247900"/>
            <a:ext cx="1308100" cy="17526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464300" y="2463800"/>
            <a:ext cx="292100" cy="381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6108700" y="2273300"/>
            <a:ext cx="698500" cy="15748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6159500" y="2286000"/>
            <a:ext cx="190500" cy="1524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6616700" y="2476500"/>
            <a:ext cx="609600" cy="7112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6731000" y="3860800"/>
            <a:ext cx="469900" cy="254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6591300" y="2273300"/>
            <a:ext cx="101600" cy="1778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6604000" y="2425700"/>
            <a:ext cx="38100" cy="635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6604000" y="2819400"/>
            <a:ext cx="495300" cy="4826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6604000" y="3086100"/>
            <a:ext cx="495300" cy="2032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6769100" y="2387600"/>
            <a:ext cx="622300" cy="67310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6781800" y="2374900"/>
            <a:ext cx="622300" cy="673100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781800" y="2387600"/>
            <a:ext cx="596900" cy="67310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794500" y="2971800"/>
            <a:ext cx="317500" cy="25400"/>
          </a:xfrm>
          <a:prstGeom prst="rect">
            <a:avLst/>
          </a:prstGeom>
        </p:spPr>
      </p:pic>
      <p:pic>
        <p:nvPicPr>
          <p:cNvPr id="77" name="Picture 7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6845300" y="2882900"/>
            <a:ext cx="495300" cy="4953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6845300" y="3162300"/>
            <a:ext cx="495300" cy="2159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6959600" y="2387600"/>
            <a:ext cx="596900" cy="7493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6972300" y="2374900"/>
            <a:ext cx="571500" cy="749300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6972300" y="2387600"/>
            <a:ext cx="546100" cy="736600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6972300" y="2501900"/>
            <a:ext cx="254000" cy="558800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7200900" y="2387600"/>
            <a:ext cx="63500" cy="1016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7226300" y="2463800"/>
            <a:ext cx="25400" cy="50800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7023100" y="3022600"/>
            <a:ext cx="292100" cy="5080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7226300" y="2387600"/>
            <a:ext cx="266700" cy="635000"/>
          </a:xfrm>
          <a:prstGeom prst="rect">
            <a:avLst/>
          </a:prstGeom>
        </p:spPr>
      </p:pic>
      <p:pic>
        <p:nvPicPr>
          <p:cNvPr id="87" name="Picture 8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6731000" y="1968500"/>
            <a:ext cx="609600" cy="406400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6502400" y="2019300"/>
            <a:ext cx="342900" cy="292100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6616700" y="2057400"/>
            <a:ext cx="101600" cy="101600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6578600" y="2095500"/>
            <a:ext cx="114300" cy="101600"/>
          </a:xfrm>
          <a:prstGeom prst="rect">
            <a:avLst/>
          </a:prstGeom>
        </p:spPr>
      </p:pic>
      <p:pic>
        <p:nvPicPr>
          <p:cNvPr id="91" name="Picture 9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6553200" y="2133600"/>
            <a:ext cx="127000" cy="8890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6692900" y="2019300"/>
            <a:ext cx="215900" cy="215900"/>
          </a:xfrm>
          <a:prstGeom prst="rect">
            <a:avLst/>
          </a:prstGeom>
        </p:spPr>
      </p:pic>
      <p:pic>
        <p:nvPicPr>
          <p:cNvPr id="93" name="Picture 9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6743700" y="2120900"/>
            <a:ext cx="50800" cy="114300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6794500" y="1968500"/>
            <a:ext cx="558800" cy="431800"/>
          </a:xfrm>
          <a:prstGeom prst="rect">
            <a:avLst/>
          </a:prstGeom>
        </p:spPr>
      </p:pic>
      <p:pic>
        <p:nvPicPr>
          <p:cNvPr id="95" name="Picture 9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6845300" y="2146300"/>
            <a:ext cx="101600" cy="190500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7010400" y="1968500"/>
            <a:ext cx="330200" cy="419100"/>
          </a:xfrm>
          <a:prstGeom prst="rect">
            <a:avLst/>
          </a:prstGeom>
        </p:spPr>
      </p:pic>
      <p:pic>
        <p:nvPicPr>
          <p:cNvPr id="97" name="Picture 9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7124700" y="1981200"/>
            <a:ext cx="419100" cy="520700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7048500" y="2006600"/>
            <a:ext cx="406400" cy="609600"/>
          </a:xfrm>
          <a:prstGeom prst="rect">
            <a:avLst/>
          </a:prstGeom>
        </p:spPr>
      </p:pic>
      <p:pic>
        <p:nvPicPr>
          <p:cNvPr id="99" name="Picture 9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6832600" y="2387600"/>
            <a:ext cx="355600" cy="317500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6946900" y="2527300"/>
            <a:ext cx="63500" cy="139700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6997700" y="2540000"/>
            <a:ext cx="50800" cy="139700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7112000" y="2006600"/>
            <a:ext cx="355600" cy="609600"/>
          </a:xfrm>
          <a:prstGeom prst="rect">
            <a:avLst/>
          </a:prstGeom>
        </p:spPr>
      </p:pic>
      <p:pic>
        <p:nvPicPr>
          <p:cNvPr id="103" name="Picture 10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7150100" y="2387600"/>
            <a:ext cx="63500" cy="215900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7213600" y="1854200"/>
            <a:ext cx="139700" cy="215900"/>
          </a:xfrm>
          <a:prstGeom prst="rect">
            <a:avLst/>
          </a:prstGeom>
        </p:spPr>
      </p:pic>
      <p:pic>
        <p:nvPicPr>
          <p:cNvPr id="105" name="Picture 10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7226300" y="1854200"/>
            <a:ext cx="114300" cy="177800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7302500" y="1892300"/>
            <a:ext cx="101600" cy="127000"/>
          </a:xfrm>
          <a:prstGeom prst="rect">
            <a:avLst/>
          </a:prstGeom>
        </p:spPr>
      </p:pic>
      <p:pic>
        <p:nvPicPr>
          <p:cNvPr id="107" name="Picture 10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7327900" y="1968500"/>
            <a:ext cx="101600" cy="127000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7378700" y="2032000"/>
            <a:ext cx="114300" cy="114300"/>
          </a:xfrm>
          <a:prstGeom prst="rect">
            <a:avLst/>
          </a:prstGeom>
        </p:spPr>
      </p:pic>
      <p:pic>
        <p:nvPicPr>
          <p:cNvPr id="109" name="Picture 10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7429500" y="2095500"/>
            <a:ext cx="139700" cy="101600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7429500" y="2095500"/>
            <a:ext cx="76200" cy="76200"/>
          </a:xfrm>
          <a:prstGeom prst="rect">
            <a:avLst/>
          </a:prstGeom>
        </p:spPr>
      </p:pic>
      <p:pic>
        <p:nvPicPr>
          <p:cNvPr id="111" name="Picture 1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7048500" y="1676400"/>
            <a:ext cx="393700" cy="342900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7289800" y="1930400"/>
            <a:ext cx="76200" cy="63500"/>
          </a:xfrm>
          <a:prstGeom prst="rect">
            <a:avLst/>
          </a:prstGeom>
        </p:spPr>
      </p:pic>
      <p:pic>
        <p:nvPicPr>
          <p:cNvPr id="113" name="Picture 1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6057900" y="1524000"/>
            <a:ext cx="736600" cy="863600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6134100" y="2184400"/>
            <a:ext cx="38100" cy="63500"/>
          </a:xfrm>
          <a:prstGeom prst="rect">
            <a:avLst/>
          </a:prstGeom>
        </p:spPr>
      </p:pic>
      <p:pic>
        <p:nvPicPr>
          <p:cNvPr id="115" name="Picture 1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6248400" y="2298700"/>
            <a:ext cx="38100" cy="63500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6235700" y="2070100"/>
            <a:ext cx="63500" cy="38100"/>
          </a:xfrm>
          <a:prstGeom prst="rect">
            <a:avLst/>
          </a:prstGeom>
        </p:spPr>
      </p:pic>
      <p:pic>
        <p:nvPicPr>
          <p:cNvPr id="117" name="Picture 1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6324600" y="2184400"/>
            <a:ext cx="63500" cy="38100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6350000" y="1739900"/>
            <a:ext cx="38100" cy="63500"/>
          </a:xfrm>
          <a:prstGeom prst="rect">
            <a:avLst/>
          </a:prstGeom>
        </p:spPr>
      </p:pic>
      <p:pic>
        <p:nvPicPr>
          <p:cNvPr id="119" name="Picture 1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6350000" y="1930400"/>
            <a:ext cx="50800" cy="63500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6438900" y="1587500"/>
            <a:ext cx="38100" cy="63500"/>
          </a:xfrm>
          <a:prstGeom prst="rect">
            <a:avLst/>
          </a:prstGeom>
        </p:spPr>
      </p:pic>
      <p:pic>
        <p:nvPicPr>
          <p:cNvPr id="121" name="Picture 1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6464300" y="2057400"/>
            <a:ext cx="38100" cy="63500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6451600" y="1841500"/>
            <a:ext cx="63500" cy="38100"/>
          </a:xfrm>
          <a:prstGeom prst="rect">
            <a:avLst/>
          </a:prstGeom>
        </p:spPr>
      </p:pic>
      <p:pic>
        <p:nvPicPr>
          <p:cNvPr id="123" name="Picture 1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6477000" y="2260600"/>
            <a:ext cx="38100" cy="63500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6515100" y="1714500"/>
            <a:ext cx="63500" cy="38100"/>
          </a:xfrm>
          <a:prstGeom prst="rect">
            <a:avLst/>
          </a:prstGeom>
        </p:spPr>
      </p:pic>
      <p:pic>
        <p:nvPicPr>
          <p:cNvPr id="125" name="Picture 1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6578600" y="2184400"/>
            <a:ext cx="63500" cy="38100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6591300" y="2019300"/>
            <a:ext cx="63500" cy="38100"/>
          </a:xfrm>
          <a:prstGeom prst="rect">
            <a:avLst/>
          </a:prstGeom>
        </p:spPr>
      </p:pic>
      <p:pic>
        <p:nvPicPr>
          <p:cNvPr id="127" name="Picture 1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6642100" y="1841500"/>
            <a:ext cx="50800" cy="63500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6680200" y="1689100"/>
            <a:ext cx="50800" cy="25400"/>
          </a:xfrm>
          <a:prstGeom prst="rect">
            <a:avLst/>
          </a:prstGeom>
        </p:spPr>
      </p:pic>
      <p:pic>
        <p:nvPicPr>
          <p:cNvPr id="129" name="Picture 1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6743700" y="2260600"/>
            <a:ext cx="38100" cy="63500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6756400" y="2120900"/>
            <a:ext cx="25400" cy="50800"/>
          </a:xfrm>
          <a:prstGeom prst="rect">
            <a:avLst/>
          </a:prstGeom>
        </p:spPr>
      </p:pic>
      <p:pic>
        <p:nvPicPr>
          <p:cNvPr id="131" name="Picture 1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6134100" y="1587500"/>
            <a:ext cx="647700" cy="787400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6527800" y="1943100"/>
            <a:ext cx="685800" cy="508000"/>
          </a:xfrm>
          <a:prstGeom prst="rect">
            <a:avLst/>
          </a:prstGeom>
        </p:spPr>
      </p:pic>
      <p:pic>
        <p:nvPicPr>
          <p:cNvPr id="133" name="Picture 1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6515100" y="1943100"/>
            <a:ext cx="457200" cy="508000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6515100" y="1943100"/>
            <a:ext cx="469900" cy="520700"/>
          </a:xfrm>
          <a:prstGeom prst="rect">
            <a:avLst/>
          </a:prstGeom>
        </p:spPr>
      </p:pic>
      <p:pic>
        <p:nvPicPr>
          <p:cNvPr id="135" name="Picture 1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6819900" y="2019300"/>
            <a:ext cx="203200" cy="431800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6870700" y="1968500"/>
            <a:ext cx="342900" cy="495300"/>
          </a:xfrm>
          <a:prstGeom prst="rect">
            <a:avLst/>
          </a:prstGeom>
        </p:spPr>
      </p:pic>
      <p:pic>
        <p:nvPicPr>
          <p:cNvPr id="137" name="Picture 1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6858000" y="1955800"/>
            <a:ext cx="355600" cy="508000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5943600" y="1536700"/>
            <a:ext cx="965200" cy="876300"/>
          </a:xfrm>
          <a:prstGeom prst="rect">
            <a:avLst/>
          </a:prstGeom>
        </p:spPr>
      </p:pic>
      <p:pic>
        <p:nvPicPr>
          <p:cNvPr id="139" name="Picture 1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6654800" y="2146300"/>
            <a:ext cx="114300" cy="165100"/>
          </a:xfrm>
          <a:prstGeom prst="rect">
            <a:avLst/>
          </a:prstGeom>
        </p:spPr>
      </p:pic>
      <p:pic>
        <p:nvPicPr>
          <p:cNvPr id="140" name="Picture 14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6604000" y="2197100"/>
            <a:ext cx="101600" cy="177800"/>
          </a:xfrm>
          <a:prstGeom prst="rect">
            <a:avLst/>
          </a:prstGeom>
        </p:spPr>
      </p:pic>
      <p:pic>
        <p:nvPicPr>
          <p:cNvPr id="141" name="Picture 14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6134100" y="2019300"/>
            <a:ext cx="190500" cy="88900"/>
          </a:xfrm>
          <a:prstGeom prst="rect">
            <a:avLst/>
          </a:prstGeom>
        </p:spPr>
      </p:pic>
      <p:pic>
        <p:nvPicPr>
          <p:cNvPr id="142" name="Picture 14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6184900" y="1536700"/>
            <a:ext cx="393700" cy="393700"/>
          </a:xfrm>
          <a:prstGeom prst="rect">
            <a:avLst/>
          </a:prstGeom>
        </p:spPr>
      </p:pic>
      <p:pic>
        <p:nvPicPr>
          <p:cNvPr id="143" name="Picture 14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6197600" y="1587500"/>
            <a:ext cx="292100" cy="228600"/>
          </a:xfrm>
          <a:prstGeom prst="rect">
            <a:avLst/>
          </a:prstGeom>
        </p:spPr>
      </p:pic>
      <p:pic>
        <p:nvPicPr>
          <p:cNvPr id="144" name="Picture 14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6235700" y="1765300"/>
            <a:ext cx="190500" cy="127000"/>
          </a:xfrm>
          <a:prstGeom prst="rect">
            <a:avLst/>
          </a:prstGeom>
        </p:spPr>
      </p:pic>
      <p:pic>
        <p:nvPicPr>
          <p:cNvPr id="145" name="Picture 14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6515100" y="1409700"/>
            <a:ext cx="241300" cy="317500"/>
          </a:xfrm>
          <a:prstGeom prst="rect">
            <a:avLst/>
          </a:prstGeom>
        </p:spPr>
      </p:pic>
      <p:pic>
        <p:nvPicPr>
          <p:cNvPr id="146" name="Picture 14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6565900" y="1409700"/>
            <a:ext cx="190500" cy="228600"/>
          </a:xfrm>
          <a:prstGeom prst="rect">
            <a:avLst/>
          </a:prstGeom>
        </p:spPr>
      </p:pic>
      <p:pic>
        <p:nvPicPr>
          <p:cNvPr id="147" name="Picture 14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6515100" y="1155700"/>
            <a:ext cx="381000" cy="444500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6705600" y="1371600"/>
            <a:ext cx="38100" cy="50800"/>
          </a:xfrm>
          <a:prstGeom prst="rect">
            <a:avLst/>
          </a:prstGeom>
        </p:spPr>
      </p:pic>
      <p:pic>
        <p:nvPicPr>
          <p:cNvPr id="149" name="Picture 14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6692900" y="1358900"/>
            <a:ext cx="63500" cy="63500"/>
          </a:xfrm>
          <a:prstGeom prst="rect">
            <a:avLst/>
          </a:prstGeom>
        </p:spPr>
      </p:pic>
      <p:pic>
        <p:nvPicPr>
          <p:cNvPr id="150" name="Picture 15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6794500" y="1397000"/>
            <a:ext cx="25400" cy="63500"/>
          </a:xfrm>
          <a:prstGeom prst="rect">
            <a:avLst/>
          </a:prstGeom>
        </p:spPr>
      </p:pic>
      <p:pic>
        <p:nvPicPr>
          <p:cNvPr id="151" name="Picture 15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6781800" y="1384300"/>
            <a:ext cx="63500" cy="63500"/>
          </a:xfrm>
          <a:prstGeom prst="rect">
            <a:avLst/>
          </a:prstGeom>
        </p:spPr>
      </p:pic>
      <p:pic>
        <p:nvPicPr>
          <p:cNvPr id="152" name="Picture 15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6692900" y="1308100"/>
            <a:ext cx="63500" cy="38100"/>
          </a:xfrm>
          <a:prstGeom prst="rect">
            <a:avLst/>
          </a:prstGeom>
        </p:spPr>
      </p:pic>
      <p:pic>
        <p:nvPicPr>
          <p:cNvPr id="153" name="Picture 15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6807200" y="1346200"/>
            <a:ext cx="63500" cy="50800"/>
          </a:xfrm>
          <a:prstGeom prst="rect">
            <a:avLst/>
          </a:prstGeom>
        </p:spPr>
      </p:pic>
      <p:pic>
        <p:nvPicPr>
          <p:cNvPr id="154" name="Picture 15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6692900" y="1473200"/>
            <a:ext cx="50800" cy="25400"/>
          </a:xfrm>
          <a:prstGeom prst="rect">
            <a:avLst/>
          </a:prstGeom>
        </p:spPr>
      </p:pic>
      <p:pic>
        <p:nvPicPr>
          <p:cNvPr id="155" name="Picture 15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6718300" y="1320800"/>
            <a:ext cx="101600" cy="165100"/>
          </a:xfrm>
          <a:prstGeom prst="rect">
            <a:avLst/>
          </a:prstGeom>
        </p:spPr>
      </p:pic>
      <p:pic>
        <p:nvPicPr>
          <p:cNvPr id="156" name="Picture 15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6705600" y="1435100"/>
            <a:ext cx="63500" cy="50800"/>
          </a:xfrm>
          <a:prstGeom prst="rect">
            <a:avLst/>
          </a:prstGeom>
        </p:spPr>
      </p:pic>
      <p:pic>
        <p:nvPicPr>
          <p:cNvPr id="157" name="Picture 15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6705600" y="1447800"/>
            <a:ext cx="38100" cy="38100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6553200" y="1104900"/>
            <a:ext cx="381000" cy="279400"/>
          </a:xfrm>
          <a:prstGeom prst="rect">
            <a:avLst/>
          </a:prstGeom>
        </p:spPr>
      </p:pic>
      <p:pic>
        <p:nvPicPr>
          <p:cNvPr id="159" name="Picture 15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6540500" y="1333500"/>
            <a:ext cx="63500" cy="101600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6921500" y="1041400"/>
            <a:ext cx="482600" cy="444500"/>
          </a:xfrm>
          <a:prstGeom prst="rect">
            <a:avLst/>
          </a:prstGeom>
        </p:spPr>
      </p:pic>
      <p:pic>
        <p:nvPicPr>
          <p:cNvPr id="161" name="Picture 16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7150100" y="1765300"/>
            <a:ext cx="50800" cy="38100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7226300" y="1816100"/>
            <a:ext cx="38100" cy="38100"/>
          </a:xfrm>
          <a:prstGeom prst="rect">
            <a:avLst/>
          </a:prstGeom>
        </p:spPr>
      </p:pic>
      <p:pic>
        <p:nvPicPr>
          <p:cNvPr id="163" name="Picture 16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7188200" y="1841500"/>
            <a:ext cx="63500" cy="50800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7226300" y="1841500"/>
            <a:ext cx="38100" cy="38100"/>
          </a:xfrm>
          <a:prstGeom prst="rect">
            <a:avLst/>
          </a:prstGeom>
        </p:spPr>
      </p:pic>
      <p:pic>
        <p:nvPicPr>
          <p:cNvPr id="165" name="Picture 16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137400" y="1803400"/>
            <a:ext cx="63500" cy="50800"/>
          </a:xfrm>
          <a:prstGeom prst="rect">
            <a:avLst/>
          </a:prstGeom>
        </p:spPr>
      </p:pic>
      <p:pic>
        <p:nvPicPr>
          <p:cNvPr id="166" name="Picture 16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7137400" y="1790700"/>
            <a:ext cx="38100" cy="38100"/>
          </a:xfrm>
          <a:prstGeom prst="rect">
            <a:avLst/>
          </a:prstGeom>
        </p:spPr>
      </p:pic>
      <p:pic>
        <p:nvPicPr>
          <p:cNvPr id="167" name="Picture 16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7150100" y="1905000"/>
            <a:ext cx="38100" cy="25400"/>
          </a:xfrm>
          <a:prstGeom prst="rect">
            <a:avLst/>
          </a:prstGeom>
        </p:spPr>
      </p:pic>
      <p:pic>
        <p:nvPicPr>
          <p:cNvPr id="168" name="Picture 16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7150100" y="1816100"/>
            <a:ext cx="63500" cy="101600"/>
          </a:xfrm>
          <a:prstGeom prst="rect">
            <a:avLst/>
          </a:prstGeom>
        </p:spPr>
      </p:pic>
      <p:pic>
        <p:nvPicPr>
          <p:cNvPr id="169" name="Picture 16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7150100" y="1879600"/>
            <a:ext cx="50800" cy="50800"/>
          </a:xfrm>
          <a:prstGeom prst="rect">
            <a:avLst/>
          </a:prstGeom>
        </p:spPr>
      </p:pic>
      <p:pic>
        <p:nvPicPr>
          <p:cNvPr id="170" name="Picture 17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7150100" y="1892300"/>
            <a:ext cx="38100" cy="25400"/>
          </a:xfrm>
          <a:prstGeom prst="rect">
            <a:avLst/>
          </a:prstGeom>
        </p:spPr>
      </p:pic>
      <p:pic>
        <p:nvPicPr>
          <p:cNvPr id="171" name="Picture 17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7162800" y="1663700"/>
            <a:ext cx="292100" cy="304800"/>
          </a:xfrm>
          <a:prstGeom prst="rect">
            <a:avLst/>
          </a:prstGeom>
        </p:spPr>
      </p:pic>
      <p:pic>
        <p:nvPicPr>
          <p:cNvPr id="172" name="Picture 17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7289800" y="1790700"/>
            <a:ext cx="63500" cy="63500"/>
          </a:xfrm>
          <a:prstGeom prst="rect">
            <a:avLst/>
          </a:prstGeom>
        </p:spPr>
      </p:pic>
      <p:pic>
        <p:nvPicPr>
          <p:cNvPr id="173" name="Picture 17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7302500" y="1828800"/>
            <a:ext cx="38100" cy="38100"/>
          </a:xfrm>
          <a:prstGeom prst="rect">
            <a:avLst/>
          </a:prstGeom>
        </p:spPr>
      </p:pic>
      <p:pic>
        <p:nvPicPr>
          <p:cNvPr id="174" name="Picture 17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7315200" y="1828800"/>
            <a:ext cx="88900" cy="63500"/>
          </a:xfrm>
          <a:prstGeom prst="rect">
            <a:avLst/>
          </a:prstGeom>
        </p:spPr>
      </p:pic>
      <p:pic>
        <p:nvPicPr>
          <p:cNvPr id="175" name="Picture 17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7327900" y="1841500"/>
            <a:ext cx="38100" cy="38100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7315200" y="1828800"/>
            <a:ext cx="63500" cy="50800"/>
          </a:xfrm>
          <a:prstGeom prst="rect">
            <a:avLst/>
          </a:prstGeom>
        </p:spPr>
      </p:pic>
      <p:pic>
        <p:nvPicPr>
          <p:cNvPr id="177" name="Picture 17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7048500" y="1155700"/>
            <a:ext cx="266700" cy="241300"/>
          </a:xfrm>
          <a:prstGeom prst="rect">
            <a:avLst/>
          </a:prstGeom>
        </p:spPr>
      </p:pic>
      <p:sp>
        <p:nvSpPr>
          <p:cNvPr id="178" name="TextBox 178"/>
          <p:cNvSpPr txBox="1"/>
          <p:nvPr/>
        </p:nvSpPr>
        <p:spPr>
          <a:xfrm>
            <a:off x="444500" y="3517900"/>
            <a:ext cx="4102100" cy="2159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999" b="0" i="0" u="none" strike="noStrike">
                <a:solidFill>
                  <a:srgbClr val="6B6B6B"/>
                </a:solidFill>
                <a:latin typeface="Noto Sans CJK KR Regular"/>
                <a:ea typeface="Noto Sans CJK KR Regular"/>
                <a:cs typeface="Noto Sans CJK KR Regular"/>
              </a:rPr>
              <a:t>파이브 가이즈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5300" y="469900"/>
            <a:ext cx="8140700" cy="457200"/>
          </a:xfrm>
          <a:prstGeom prst="rect">
            <a:avLst/>
          </a:prstGeom>
        </p:spPr>
        <p:txBody>
          <a:bodyPr lIns="0" tIns="2793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1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아이는 줄었지만, 도움이 필요한 아이는 늘었습니다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2600" y="165100"/>
            <a:ext cx="3632200" cy="2540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999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Ⅰ. 문제 정의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70000" y="3721100"/>
            <a:ext cx="4546600" cy="2159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900" b="0" i="0" u="none" strike="noStrike">
                <a:solidFill>
                  <a:srgbClr val="6B6B6B"/>
                </a:solidFill>
                <a:latin typeface="Noto Sans CJK KR Regular"/>
                <a:ea typeface="Noto Sans CJK KR Regular"/>
                <a:cs typeface="Noto Sans CJK KR Regular"/>
              </a:rPr>
              <a:t>자료: 한국장애인개발원 「통계로 보는 장애아동」(2026.8)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1900" y="4064000"/>
            <a:ext cx="2209800" cy="673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70000" y="4089400"/>
            <a:ext cx="2133600" cy="622300"/>
          </a:xfrm>
          <a:prstGeom prst="rect">
            <a:avLst/>
          </a:prstGeom>
        </p:spPr>
        <p:txBody>
          <a:bodyPr lIns="0" tIns="15240" rIns="0" bIns="25403" rtlCol="0" anchor="ctr"/>
          <a:lstStyle/>
          <a:p>
            <a:pPr lvl="0" algn="ctr">
              <a:lnSpc>
                <a:spcPct val="99600"/>
              </a:lnSpc>
            </a:pPr>
            <a:r>
              <a:rPr lang="en-US" sz="999" b="0" i="0" u="none" strike="noStrike">
                <a:solidFill>
                  <a:srgbClr val="6B6B6B"/>
                </a:solidFill>
                <a:latin typeface="Noto Sans CJK KR Regular"/>
                <a:ea typeface="Noto Sans CJK KR Regular"/>
                <a:cs typeface="Noto Sans CJK KR Regular"/>
              </a:rPr>
              <a:t>전체 아동 수</a:t>
            </a:r>
          </a:p>
          <a:p>
            <a:pPr lvl="0" algn="ctr">
              <a:lnSpc>
                <a:spcPct val="99600"/>
              </a:lnSpc>
            </a:pPr>
            <a:r>
              <a:rPr lang="en-US" sz="2000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25.5% ↓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6800" y="4064000"/>
            <a:ext cx="2209800" cy="673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644900" y="4089400"/>
            <a:ext cx="2133600" cy="622300"/>
          </a:xfrm>
          <a:prstGeom prst="rect">
            <a:avLst/>
          </a:prstGeom>
        </p:spPr>
        <p:txBody>
          <a:bodyPr lIns="0" tIns="15240" rIns="0" bIns="25403" rtlCol="0" anchor="ctr"/>
          <a:lstStyle/>
          <a:p>
            <a:pPr lvl="0" algn="ctr">
              <a:lnSpc>
                <a:spcPct val="99600"/>
              </a:lnSpc>
            </a:pPr>
            <a:r>
              <a:rPr lang="en-US" sz="999" b="0" i="0" u="none" strike="noStrike">
                <a:solidFill>
                  <a:srgbClr val="6B6B6B"/>
                </a:solidFill>
                <a:latin typeface="Noto Sans CJK KR Regular"/>
                <a:ea typeface="Noto Sans CJK KR Regular"/>
                <a:cs typeface="Noto Sans CJK KR Regular"/>
              </a:rPr>
              <a:t>장애 아동 수</a:t>
            </a:r>
          </a:p>
          <a:p>
            <a:pPr lvl="0" algn="ctr">
              <a:lnSpc>
                <a:spcPct val="99600"/>
              </a:lnSpc>
            </a:pPr>
            <a:r>
              <a:rPr lang="en-US" sz="2000" b="1" i="0" u="none" strike="noStrike">
                <a:solidFill>
                  <a:srgbClr val="FC5C15"/>
                </a:solidFill>
                <a:latin typeface="Noto Sans CJK KR Regular"/>
                <a:ea typeface="Noto Sans CJK KR Regular"/>
                <a:cs typeface="Noto Sans CJK KR Regular"/>
              </a:rPr>
              <a:t>26.9% ↑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200" y="977900"/>
            <a:ext cx="6692900" cy="2654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4400" y="4064000"/>
            <a:ext cx="2209800" cy="673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032500" y="4089400"/>
            <a:ext cx="2133600" cy="622300"/>
          </a:xfrm>
          <a:prstGeom prst="rect">
            <a:avLst/>
          </a:prstGeom>
        </p:spPr>
        <p:txBody>
          <a:bodyPr lIns="0" tIns="15240" rIns="0" bIns="25403" rtlCol="0" anchor="ctr"/>
          <a:lstStyle/>
          <a:p>
            <a:pPr lvl="0" algn="ctr">
              <a:lnSpc>
                <a:spcPct val="99600"/>
              </a:lnSpc>
            </a:pPr>
            <a:r>
              <a:rPr lang="en-US" sz="999" b="0" i="0" u="none" strike="noStrike">
                <a:solidFill>
                  <a:srgbClr val="6B6B6B"/>
                </a:solidFill>
                <a:latin typeface="Noto Sans CJK KR Regular"/>
                <a:ea typeface="Noto Sans CJK KR Regular"/>
                <a:cs typeface="Noto Sans CJK KR Regular"/>
              </a:rPr>
              <a:t>돌봄 때문에 일을 그만둔 적 있음</a:t>
            </a:r>
          </a:p>
          <a:p>
            <a:pPr lvl="0" algn="ctr">
              <a:lnSpc>
                <a:spcPct val="99600"/>
              </a:lnSpc>
            </a:pPr>
            <a:r>
              <a:rPr lang="en-US" sz="2000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74.9%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5300" y="469900"/>
            <a:ext cx="8140700" cy="457200"/>
          </a:xfrm>
          <a:prstGeom prst="rect">
            <a:avLst/>
          </a:prstGeom>
        </p:spPr>
        <p:txBody>
          <a:bodyPr lIns="0" tIns="2793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1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지원은 있는데, 쓰이지 못했습니다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2600" y="165100"/>
            <a:ext cx="3632200" cy="2540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999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Ⅰ. 문제 정의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4200" y="1397000"/>
            <a:ext cx="3556000" cy="3683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Noto Sans CJK KR Regular"/>
                <a:ea typeface="Noto Sans CJK KR Regular"/>
                <a:cs typeface="Noto Sans CJK KR Regular"/>
              </a:rPr>
              <a:t>2025년 쓰이지 않은 장애아동 발달재활 바우처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4200" y="1409700"/>
            <a:ext cx="3759200" cy="1612900"/>
          </a:xfrm>
          <a:prstGeom prst="rect">
            <a:avLst/>
          </a:prstGeom>
        </p:spPr>
        <p:txBody>
          <a:bodyPr lIns="0" tIns="83820" rIns="0" bIns="83820" rtlCol="0" anchor="ctr"/>
          <a:lstStyle/>
          <a:p>
            <a:pPr lvl="0" algn="l">
              <a:lnSpc>
                <a:spcPct val="99600"/>
              </a:lnSpc>
            </a:pPr>
            <a:r>
              <a:rPr lang="en-US" sz="6600" b="1" i="0" u="none" strike="noStrike">
                <a:solidFill>
                  <a:srgbClr val="FC5C15"/>
                </a:solidFill>
                <a:latin typeface="Noto Sans CJK KR Regular"/>
                <a:ea typeface="Noto Sans CJK KR Regular"/>
                <a:cs typeface="Noto Sans CJK KR Regular"/>
              </a:rPr>
              <a:t>755</a:t>
            </a:r>
            <a:r>
              <a:rPr lang="en-US" sz="3000" b="1" i="0" u="none" strike="noStrike">
                <a:solidFill>
                  <a:srgbClr val="FC5C15"/>
                </a:solidFill>
                <a:latin typeface="Noto Sans CJK KR Regular"/>
                <a:ea typeface="Noto Sans CJK KR Regular"/>
                <a:cs typeface="Noto Sans CJK KR Regular"/>
              </a:rPr>
              <a:t>억 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4200" y="2679700"/>
            <a:ext cx="3556000" cy="2921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CJK KR Regular"/>
                <a:ea typeface="Noto Sans CJK KR Regular"/>
                <a:cs typeface="Noto Sans CJK KR Regular"/>
              </a:rPr>
              <a:t>바우처 총액의 26%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100" y="3187700"/>
            <a:ext cx="3492500" cy="10668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11200" y="3225800"/>
            <a:ext cx="3225800" cy="1016000"/>
          </a:xfrm>
          <a:prstGeom prst="rect">
            <a:avLst/>
          </a:prstGeom>
        </p:spPr>
        <p:txBody>
          <a:bodyPr lIns="0" tIns="16507" rIns="0" bIns="16507" rtlCol="0" anchor="ctr"/>
          <a:lstStyle/>
          <a:p>
            <a:pPr lvl="0" algn="l">
              <a:lnSpc>
                <a:spcPct val="99600"/>
              </a:lnSpc>
            </a:pPr>
            <a:r>
              <a:rPr lang="en-US" sz="1299" b="0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                   지원이 없어서가 아닙니다.</a:t>
            </a:r>
          </a:p>
          <a:p>
            <a:pPr lvl="0" algn="l">
              <a:lnSpc>
                <a:spcPct val="99600"/>
              </a:lnSpc>
            </a:pPr>
            <a:endParaRPr lang="en-US" sz="1299" b="0" i="0" u="none" strike="noStrike">
              <a:solidFill>
                <a:srgbClr val="1F1F1F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lvl="0" algn="l">
              <a:lnSpc>
                <a:spcPct val="99600"/>
              </a:lnSpc>
            </a:pPr>
            <a:r>
              <a:rPr lang="en-US" sz="12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          흩어진 지원을 아이 한 명 기준으로</a:t>
            </a:r>
          </a:p>
          <a:p>
            <a:pPr lvl="0" algn="l">
              <a:lnSpc>
                <a:spcPct val="99600"/>
              </a:lnSpc>
            </a:pPr>
            <a:r>
              <a:rPr lang="en-US" sz="1299" b="1" i="0" u="none" strike="noStrike">
                <a:solidFill>
                  <a:srgbClr val="FC5C15"/>
                </a:solidFill>
                <a:latin typeface="Noto Sans CJK KR Regular"/>
                <a:ea typeface="Noto Sans CJK KR Regular"/>
                <a:cs typeface="Noto Sans CJK KR Regular"/>
              </a:rPr>
              <a:t>                묶어 줄 사람</a:t>
            </a:r>
            <a:r>
              <a:rPr lang="en-US" sz="12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이 없어서입니다.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45100" y="4279900"/>
            <a:ext cx="4318000" cy="2159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900" b="0" i="0" u="none" strike="noStrike">
                <a:solidFill>
                  <a:srgbClr val="6B6B6B"/>
                </a:solidFill>
                <a:latin typeface="Noto Sans CJK KR Regular"/>
                <a:ea typeface="Noto Sans CJK KR Regular"/>
                <a:cs typeface="Noto Sans CJK KR Regular"/>
              </a:rPr>
              <a:t>자료: 박지원 의원 국정감사 보도자료(2025) 재구성 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200" y="1346200"/>
            <a:ext cx="5130800" cy="295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2600" y="165100"/>
            <a:ext cx="3632200" cy="2540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999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Ⅰ. 문제 정의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7300" y="4152900"/>
            <a:ext cx="7277100" cy="431800"/>
          </a:xfrm>
          <a:prstGeom prst="rect">
            <a:avLst/>
          </a:prstGeom>
        </p:spPr>
        <p:txBody>
          <a:bodyPr lIns="0" tIns="224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965" b="1" i="0" u="none" strike="noStrike" dirty="0" err="1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지원은</a:t>
            </a:r>
            <a:r>
              <a:rPr lang="en-US" sz="1965" b="1" i="0" u="none" strike="noStrike" dirty="0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965" b="1" i="0" u="none" strike="noStrike" dirty="0" err="1">
                <a:solidFill>
                  <a:srgbClr val="FC5230"/>
                </a:solidFill>
                <a:latin typeface="Noto Sans CJK KR Regular"/>
                <a:ea typeface="Noto Sans CJK KR Regular"/>
                <a:cs typeface="Noto Sans CJK KR Regular"/>
              </a:rPr>
              <a:t>기관마다</a:t>
            </a:r>
            <a:r>
              <a:rPr lang="en-US" sz="1965" b="1" i="0" u="none" strike="noStrike" dirty="0">
                <a:solidFill>
                  <a:srgbClr val="FC5230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965" b="1" i="0" u="none" strike="noStrike" dirty="0" err="1">
                <a:solidFill>
                  <a:srgbClr val="FC5230"/>
                </a:solidFill>
                <a:latin typeface="Noto Sans CJK KR Regular"/>
                <a:ea typeface="Noto Sans CJK KR Regular"/>
                <a:cs typeface="Noto Sans CJK KR Regular"/>
              </a:rPr>
              <a:t>흩어져</a:t>
            </a:r>
            <a:r>
              <a:rPr lang="en-US" sz="1965" b="1" i="0" u="none" strike="noStrike" dirty="0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965" b="1" i="0" u="none" strike="noStrike" dirty="0" err="1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있고</a:t>
            </a:r>
            <a:r>
              <a:rPr lang="en-US" sz="1965" b="1" i="0" u="none" strike="noStrike" dirty="0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, </a:t>
            </a:r>
            <a:r>
              <a:rPr lang="en-US" sz="1965" b="1" i="0" u="none" strike="noStrike" dirty="0" err="1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이를</a:t>
            </a:r>
            <a:r>
              <a:rPr lang="en-US" sz="1965" b="1" i="0" u="none" strike="noStrike" dirty="0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965" b="1" i="0" u="none" strike="noStrike" dirty="0" err="1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감당해야</a:t>
            </a:r>
            <a:r>
              <a:rPr lang="en-US" sz="1965" b="1" i="0" u="none" strike="noStrike" dirty="0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965" b="1" i="0" u="none" strike="noStrike" dirty="0" err="1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하는건</a:t>
            </a:r>
            <a:r>
              <a:rPr lang="en-US" sz="1965" b="1" i="0" u="none" strike="noStrike" dirty="0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965" b="1" i="0" u="none" strike="noStrike" dirty="0" err="1">
                <a:solidFill>
                  <a:srgbClr val="FC5230"/>
                </a:solidFill>
                <a:latin typeface="Noto Sans CJK KR Regular"/>
                <a:ea typeface="Noto Sans CJK KR Regular"/>
                <a:cs typeface="Noto Sans CJK KR Regular"/>
              </a:rPr>
              <a:t>부모</a:t>
            </a:r>
            <a:r>
              <a:rPr lang="en-US" sz="1965" b="1" i="0" u="none" strike="noStrike" dirty="0">
                <a:solidFill>
                  <a:srgbClr val="FC5230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965" b="1" i="0" u="none" strike="noStrike" dirty="0" err="1">
                <a:solidFill>
                  <a:srgbClr val="FC5230"/>
                </a:solidFill>
                <a:latin typeface="Noto Sans CJK KR Regular"/>
                <a:ea typeface="Noto Sans CJK KR Regular"/>
                <a:cs typeface="Noto Sans CJK KR Regular"/>
              </a:rPr>
              <a:t>혼자</a:t>
            </a:r>
            <a:r>
              <a:rPr lang="en-US" sz="1965" b="1" i="0" u="none" strike="noStrike" dirty="0" err="1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입니다</a:t>
            </a:r>
            <a:endParaRPr lang="en-US" sz="1965" b="1" i="0" u="none" strike="noStrike" dirty="0">
              <a:solidFill>
                <a:srgbClr val="1F1F1F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400" y="4178300"/>
            <a:ext cx="406400" cy="406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" y="1206500"/>
            <a:ext cx="3327400" cy="26289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35000" y="419100"/>
            <a:ext cx="8140700" cy="457200"/>
          </a:xfrm>
          <a:prstGeom prst="rect">
            <a:avLst/>
          </a:prstGeom>
        </p:spPr>
        <p:txBody>
          <a:bodyPr lIns="0" tIns="2793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1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서비스 간 연계 부족 &amp; 분절된 전달체계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7900" y="1866900"/>
            <a:ext cx="5638800" cy="130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000" y="2857500"/>
            <a:ext cx="1663700" cy="6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641600"/>
            <a:ext cx="5969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2100" y="2946400"/>
            <a:ext cx="939800" cy="215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600" y="2895600"/>
            <a:ext cx="1498600" cy="25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0800" y="2895600"/>
            <a:ext cx="1498600" cy="25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95300" y="469900"/>
            <a:ext cx="8140700" cy="457200"/>
          </a:xfrm>
          <a:prstGeom prst="rect">
            <a:avLst/>
          </a:prstGeom>
        </p:spPr>
        <p:txBody>
          <a:bodyPr lIns="0" tIns="2793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1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이음 : 아이 한 명 기준으로 묶는 AI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7200" y="4051300"/>
            <a:ext cx="609600" cy="609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330700" y="4140200"/>
            <a:ext cx="482600" cy="419100"/>
          </a:xfrm>
          <a:prstGeom prst="rect">
            <a:avLst/>
          </a:prstGeom>
        </p:spPr>
        <p:txBody>
          <a:bodyPr lIns="0" tIns="20317" rIns="0" bIns="20317" rtlCol="0" anchor="ctr"/>
          <a:lstStyle/>
          <a:p>
            <a:pPr lvl="0" algn="ctr">
              <a:lnSpc>
                <a:spcPct val="99600"/>
              </a:lnSpc>
            </a:pPr>
            <a:r>
              <a:rPr lang="en-US" sz="1599" b="1" i="0" u="none" strike="noStrike">
                <a:solidFill>
                  <a:srgbClr val="FFFFFF"/>
                </a:solidFill>
                <a:latin typeface="Noto Sans CJK KR Regular"/>
                <a:ea typeface="Noto Sans CJK KR Regular"/>
                <a:cs typeface="Noto Sans CJK KR Regular"/>
              </a:rPr>
              <a:t>2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9100" y="4051300"/>
            <a:ext cx="609600" cy="6096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832600" y="4140200"/>
            <a:ext cx="482600" cy="419100"/>
          </a:xfrm>
          <a:prstGeom prst="rect">
            <a:avLst/>
          </a:prstGeom>
        </p:spPr>
        <p:txBody>
          <a:bodyPr lIns="0" tIns="20317" rIns="0" bIns="20317" rtlCol="0" anchor="ctr"/>
          <a:lstStyle/>
          <a:p>
            <a:pPr lvl="0" algn="ctr">
              <a:lnSpc>
                <a:spcPct val="99600"/>
              </a:lnSpc>
            </a:pPr>
            <a:r>
              <a:rPr lang="en-US" sz="1599" b="1" i="0" u="none" strike="noStrike">
                <a:solidFill>
                  <a:srgbClr val="FFFFFF"/>
                </a:solidFill>
                <a:latin typeface="Noto Sans CJK KR Regular"/>
                <a:ea typeface="Noto Sans CJK KR Regular"/>
                <a:cs typeface="Noto Sans CJK KR Regular"/>
              </a:rPr>
              <a:t>3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5300" y="4051300"/>
            <a:ext cx="609600" cy="609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828800" y="4140200"/>
            <a:ext cx="482600" cy="419100"/>
          </a:xfrm>
          <a:prstGeom prst="rect">
            <a:avLst/>
          </a:prstGeom>
        </p:spPr>
        <p:txBody>
          <a:bodyPr lIns="0" tIns="20317" rIns="0" bIns="20317" rtlCol="0" anchor="ctr"/>
          <a:lstStyle/>
          <a:p>
            <a:pPr lvl="0" algn="ctr">
              <a:lnSpc>
                <a:spcPct val="99600"/>
              </a:lnSpc>
            </a:pPr>
            <a:r>
              <a:rPr lang="en-US" sz="1599" b="1" i="0" u="none" strike="noStrike">
                <a:solidFill>
                  <a:srgbClr val="FFFFFF"/>
                </a:solidFill>
                <a:latin typeface="Noto Sans CJK KR Regular"/>
                <a:ea typeface="Noto Sans CJK KR Regular"/>
                <a:cs typeface="Noto Sans CJK KR Regular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3505200"/>
            <a:ext cx="1841500" cy="4953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ctr">
              <a:lnSpc>
                <a:spcPct val="99600"/>
              </a:lnSpc>
            </a:pPr>
            <a:r>
              <a:rPr lang="en-US" sz="999" b="0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바우처·일정·결제를 한 장부로 묶고, 사라지기 전에 알림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300" y="3124200"/>
            <a:ext cx="1866900" cy="444500"/>
          </a:xfrm>
          <a:prstGeom prst="rect">
            <a:avLst/>
          </a:prstGeom>
        </p:spPr>
        <p:txBody>
          <a:bodyPr lIns="0" tIns="19050" rIns="0" bIns="1905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1" i="0" u="none" strike="noStrike">
                <a:solidFill>
                  <a:srgbClr val="000000"/>
                </a:solidFill>
                <a:latin typeface="Noto Sans CJK KR Regular"/>
                <a:ea typeface="Noto Sans CJK KR Regular"/>
                <a:cs typeface="Noto Sans CJK KR Regular"/>
              </a:rPr>
              <a:t>한 장 장부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44900" y="3505200"/>
            <a:ext cx="1841500" cy="4953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ctr">
              <a:lnSpc>
                <a:spcPct val="99600"/>
              </a:lnSpc>
            </a:pPr>
            <a:r>
              <a:rPr lang="en-US" sz="999" b="0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흩어진 지원 공고에서 우리 아이 것만 찾아 신청까지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44900" y="3124200"/>
            <a:ext cx="1866900" cy="444500"/>
          </a:xfrm>
          <a:prstGeom prst="rect">
            <a:avLst/>
          </a:prstGeom>
        </p:spPr>
        <p:txBody>
          <a:bodyPr lIns="0" tIns="19050" rIns="0" bIns="1905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1" i="0" u="none" strike="noStrike">
                <a:solidFill>
                  <a:srgbClr val="000000"/>
                </a:solidFill>
                <a:latin typeface="Noto Sans CJK KR Regular"/>
                <a:ea typeface="Noto Sans CJK KR Regular"/>
                <a:cs typeface="Noto Sans CJK KR Regular"/>
              </a:rPr>
              <a:t>맞춤 지원 레이더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59500" y="3505200"/>
            <a:ext cx="1841500" cy="4953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ctr">
              <a:lnSpc>
                <a:spcPct val="99600"/>
              </a:lnSpc>
            </a:pPr>
            <a:r>
              <a:rPr lang="en-US" sz="999" b="0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여러 기관의 기록을 IEP 준비·인계서 한 장으로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46800" y="3124200"/>
            <a:ext cx="1866900" cy="444500"/>
          </a:xfrm>
          <a:prstGeom prst="rect">
            <a:avLst/>
          </a:prstGeom>
        </p:spPr>
        <p:txBody>
          <a:bodyPr lIns="0" tIns="19050" rIns="0" bIns="1905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1" i="0" u="none" strike="noStrike">
                <a:solidFill>
                  <a:srgbClr val="000000"/>
                </a:solidFill>
                <a:latin typeface="Noto Sans CJK KR Regular"/>
                <a:ea typeface="Noto Sans CJK KR Regular"/>
                <a:cs typeface="Noto Sans CJK KR Regular"/>
              </a:rPr>
              <a:t>아이 이력서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2000" y="2730500"/>
            <a:ext cx="406400" cy="36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2895600"/>
            <a:ext cx="406400" cy="190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99300" y="2933700"/>
            <a:ext cx="406400" cy="165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24700" y="3048000"/>
            <a:ext cx="3683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64400" y="2959100"/>
            <a:ext cx="88900" cy="38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89800" y="2959100"/>
            <a:ext cx="88900" cy="38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02500" y="2971800"/>
            <a:ext cx="88900" cy="38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73900" y="1752600"/>
            <a:ext cx="304800" cy="1219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73900" y="1765300"/>
            <a:ext cx="177800" cy="444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112000" y="1778000"/>
            <a:ext cx="63500" cy="1130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99300" y="2908300"/>
            <a:ext cx="241300" cy="25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78600" y="2616200"/>
            <a:ext cx="368300" cy="482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78600" y="2768600"/>
            <a:ext cx="368300" cy="330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65900" y="2781300"/>
            <a:ext cx="368300" cy="3048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591300" y="2908300"/>
            <a:ext cx="330200" cy="177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769100" y="2882900"/>
            <a:ext cx="88900" cy="381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769100" y="2908300"/>
            <a:ext cx="88900" cy="38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81800" y="2921000"/>
            <a:ext cx="88900" cy="381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04000" y="1752600"/>
            <a:ext cx="673100" cy="11684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42100" y="2768600"/>
            <a:ext cx="215900" cy="1270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997700" y="1828800"/>
            <a:ext cx="114300" cy="1016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175500" y="1790700"/>
            <a:ext cx="76200" cy="1778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188200" y="1955800"/>
            <a:ext cx="25400" cy="508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667500" y="1778000"/>
            <a:ext cx="342900" cy="10033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150100" y="1409700"/>
            <a:ext cx="406400" cy="406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137400" y="1409700"/>
            <a:ext cx="342900" cy="4318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162800" y="1498600"/>
            <a:ext cx="177800" cy="1778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213600" y="1587500"/>
            <a:ext cx="127000" cy="889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150100" y="1460500"/>
            <a:ext cx="114300" cy="1016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213600" y="1676400"/>
            <a:ext cx="139700" cy="1397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404100" y="1651000"/>
            <a:ext cx="25400" cy="1524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150100" y="1409700"/>
            <a:ext cx="254000" cy="4064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934200" y="1384300"/>
            <a:ext cx="393700" cy="5207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934200" y="1714500"/>
            <a:ext cx="368300" cy="1397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959600" y="1638300"/>
            <a:ext cx="317500" cy="762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972300" y="1701800"/>
            <a:ext cx="317500" cy="381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959600" y="1816100"/>
            <a:ext cx="355600" cy="508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7277100" y="1536700"/>
            <a:ext cx="292100" cy="2921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277100" y="1549400"/>
            <a:ext cx="279400" cy="2667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391400" y="1536700"/>
            <a:ext cx="190500" cy="2921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442200" y="1765300"/>
            <a:ext cx="127000" cy="381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7429500" y="1714500"/>
            <a:ext cx="139700" cy="381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7442200" y="1663700"/>
            <a:ext cx="139700" cy="508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099300" y="1333500"/>
            <a:ext cx="127000" cy="1397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112000" y="1333500"/>
            <a:ext cx="101600" cy="762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7048500" y="1206500"/>
            <a:ext cx="63500" cy="1270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7048500" y="1181100"/>
            <a:ext cx="177800" cy="2286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124700" y="1295400"/>
            <a:ext cx="25400" cy="381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124700" y="1282700"/>
            <a:ext cx="38100" cy="381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7086600" y="1282700"/>
            <a:ext cx="25400" cy="381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7073900" y="1282700"/>
            <a:ext cx="38100" cy="381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124700" y="1270000"/>
            <a:ext cx="38100" cy="381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7073900" y="1270000"/>
            <a:ext cx="38100" cy="254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7112000" y="1346200"/>
            <a:ext cx="25400" cy="254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7099300" y="1270000"/>
            <a:ext cx="63500" cy="889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112000" y="1320800"/>
            <a:ext cx="38100" cy="2540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7112000" y="1333500"/>
            <a:ext cx="25400" cy="25400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7061200" y="1168400"/>
            <a:ext cx="177800" cy="17780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7188200" y="1270000"/>
            <a:ext cx="63500" cy="76200"/>
          </a:xfrm>
          <a:prstGeom prst="rect">
            <a:avLst/>
          </a:prstGeom>
        </p:spPr>
      </p:pic>
      <p:pic>
        <p:nvPicPr>
          <p:cNvPr id="77" name="Picture 7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7188200" y="1282700"/>
            <a:ext cx="38100" cy="635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6845300" y="1397000"/>
            <a:ext cx="368300" cy="4826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7048500" y="1727200"/>
            <a:ext cx="342900" cy="3048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7289800" y="1892300"/>
            <a:ext cx="38100" cy="127000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7239000" y="1892300"/>
            <a:ext cx="38100" cy="101600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7200900" y="1892300"/>
            <a:ext cx="38100" cy="88900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6858000" y="1397000"/>
            <a:ext cx="355600" cy="5207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934200" y="1485900"/>
            <a:ext cx="177800" cy="165100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934200" y="1574800"/>
            <a:ext cx="127000" cy="7620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6997700" y="1447800"/>
            <a:ext cx="114300" cy="101600"/>
          </a:xfrm>
          <a:prstGeom prst="rect">
            <a:avLst/>
          </a:prstGeom>
        </p:spPr>
      </p:pic>
      <p:pic>
        <p:nvPicPr>
          <p:cNvPr id="87" name="Picture 8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6858000" y="1612900"/>
            <a:ext cx="101600" cy="165100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7048500" y="1727200"/>
            <a:ext cx="101600" cy="152400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4419600" y="2679700"/>
            <a:ext cx="279400" cy="368300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4419600" y="2755900"/>
            <a:ext cx="292100" cy="292100"/>
          </a:xfrm>
          <a:prstGeom prst="rect">
            <a:avLst/>
          </a:prstGeom>
        </p:spPr>
      </p:pic>
      <p:pic>
        <p:nvPicPr>
          <p:cNvPr id="91" name="Picture 9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4445000" y="2908300"/>
            <a:ext cx="254000" cy="13970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622800" y="2984500"/>
            <a:ext cx="63500" cy="38100"/>
          </a:xfrm>
          <a:prstGeom prst="rect">
            <a:avLst/>
          </a:prstGeom>
        </p:spPr>
      </p:pic>
      <p:pic>
        <p:nvPicPr>
          <p:cNvPr id="93" name="Picture 9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4432300" y="2768600"/>
            <a:ext cx="139700" cy="241300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457700" y="2235200"/>
            <a:ext cx="304800" cy="584200"/>
          </a:xfrm>
          <a:prstGeom prst="rect">
            <a:avLst/>
          </a:prstGeom>
        </p:spPr>
      </p:pic>
      <p:pic>
        <p:nvPicPr>
          <p:cNvPr id="95" name="Picture 9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4533900" y="2705100"/>
            <a:ext cx="165100" cy="76200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4483100" y="2260600"/>
            <a:ext cx="114300" cy="457200"/>
          </a:xfrm>
          <a:prstGeom prst="rect">
            <a:avLst/>
          </a:prstGeom>
        </p:spPr>
      </p:pic>
      <p:pic>
        <p:nvPicPr>
          <p:cNvPr id="97" name="Picture 9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4457700" y="2235200"/>
            <a:ext cx="177800" cy="292100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4356100" y="2819400"/>
            <a:ext cx="304800" cy="279400"/>
          </a:xfrm>
          <a:prstGeom prst="rect">
            <a:avLst/>
          </a:prstGeom>
        </p:spPr>
      </p:pic>
      <p:pic>
        <p:nvPicPr>
          <p:cNvPr id="99" name="Picture 9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4343400" y="2895600"/>
            <a:ext cx="330200" cy="203200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4368800" y="3060700"/>
            <a:ext cx="279400" cy="25400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4572000" y="3035300"/>
            <a:ext cx="63500" cy="50800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356100" y="2235200"/>
            <a:ext cx="304800" cy="647700"/>
          </a:xfrm>
          <a:prstGeom prst="rect">
            <a:avLst/>
          </a:prstGeom>
        </p:spPr>
      </p:pic>
      <p:pic>
        <p:nvPicPr>
          <p:cNvPr id="103" name="Picture 10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4533900" y="2362200"/>
            <a:ext cx="76200" cy="38100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4559300" y="2260600"/>
            <a:ext cx="63500" cy="114300"/>
          </a:xfrm>
          <a:prstGeom prst="rect">
            <a:avLst/>
          </a:prstGeom>
        </p:spPr>
      </p:pic>
      <p:pic>
        <p:nvPicPr>
          <p:cNvPr id="105" name="Picture 10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4559300" y="2349500"/>
            <a:ext cx="25400" cy="38100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4419600" y="2260600"/>
            <a:ext cx="88900" cy="88900"/>
          </a:xfrm>
          <a:prstGeom prst="rect">
            <a:avLst/>
          </a:prstGeom>
        </p:spPr>
      </p:pic>
      <p:pic>
        <p:nvPicPr>
          <p:cNvPr id="107" name="Picture 10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4368800" y="2832100"/>
            <a:ext cx="177800" cy="25400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4381500" y="2247900"/>
            <a:ext cx="50800" cy="584200"/>
          </a:xfrm>
          <a:prstGeom prst="rect">
            <a:avLst/>
          </a:prstGeom>
        </p:spPr>
      </p:pic>
      <p:pic>
        <p:nvPicPr>
          <p:cNvPr id="109" name="Picture 10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4533900" y="1930400"/>
            <a:ext cx="406400" cy="203200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4800600" y="1828800"/>
            <a:ext cx="228600" cy="215900"/>
          </a:xfrm>
          <a:prstGeom prst="rect">
            <a:avLst/>
          </a:prstGeom>
        </p:spPr>
      </p:pic>
      <p:pic>
        <p:nvPicPr>
          <p:cNvPr id="111" name="Picture 1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4889500" y="1854200"/>
            <a:ext cx="50800" cy="76200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4914900" y="1866900"/>
            <a:ext cx="50800" cy="76200"/>
          </a:xfrm>
          <a:prstGeom prst="rect">
            <a:avLst/>
          </a:prstGeom>
        </p:spPr>
      </p:pic>
      <p:pic>
        <p:nvPicPr>
          <p:cNvPr id="113" name="Picture 1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4940300" y="1892300"/>
            <a:ext cx="63500" cy="76200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4864100" y="1930400"/>
            <a:ext cx="50800" cy="63500"/>
          </a:xfrm>
          <a:prstGeom prst="rect">
            <a:avLst/>
          </a:prstGeom>
        </p:spPr>
      </p:pic>
      <p:pic>
        <p:nvPicPr>
          <p:cNvPr id="115" name="Picture 1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4521200" y="1943100"/>
            <a:ext cx="406400" cy="190500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4572000" y="1968500"/>
            <a:ext cx="25400" cy="76200"/>
          </a:xfrm>
          <a:prstGeom prst="rect">
            <a:avLst/>
          </a:prstGeom>
        </p:spPr>
      </p:pic>
      <p:pic>
        <p:nvPicPr>
          <p:cNvPr id="117" name="Picture 1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4559300" y="2006600"/>
            <a:ext cx="254000" cy="139700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4787900" y="1968500"/>
            <a:ext cx="101600" cy="101600"/>
          </a:xfrm>
          <a:prstGeom prst="rect">
            <a:avLst/>
          </a:prstGeom>
        </p:spPr>
      </p:pic>
      <p:pic>
        <p:nvPicPr>
          <p:cNvPr id="119" name="Picture 1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4343400" y="1955800"/>
            <a:ext cx="368300" cy="482600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4584700" y="2006600"/>
            <a:ext cx="25400" cy="368300"/>
          </a:xfrm>
          <a:prstGeom prst="rect">
            <a:avLst/>
          </a:prstGeom>
        </p:spPr>
      </p:pic>
      <p:pic>
        <p:nvPicPr>
          <p:cNvPr id="121" name="Picture 1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4572000" y="2044700"/>
            <a:ext cx="25400" cy="25400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4572000" y="2095500"/>
            <a:ext cx="25400" cy="25400"/>
          </a:xfrm>
          <a:prstGeom prst="rect">
            <a:avLst/>
          </a:prstGeom>
        </p:spPr>
      </p:pic>
      <p:pic>
        <p:nvPicPr>
          <p:cNvPr id="123" name="Picture 1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4572000" y="2146300"/>
            <a:ext cx="25400" cy="25400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4572000" y="2197100"/>
            <a:ext cx="25400" cy="25400"/>
          </a:xfrm>
          <a:prstGeom prst="rect">
            <a:avLst/>
          </a:prstGeom>
        </p:spPr>
      </p:pic>
      <p:pic>
        <p:nvPicPr>
          <p:cNvPr id="125" name="Picture 1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4572000" y="2247900"/>
            <a:ext cx="25400" cy="25400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4572000" y="2311400"/>
            <a:ext cx="25400" cy="25400"/>
          </a:xfrm>
          <a:prstGeom prst="rect">
            <a:avLst/>
          </a:prstGeom>
        </p:spPr>
      </p:pic>
      <p:pic>
        <p:nvPicPr>
          <p:cNvPr id="127" name="Picture 1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4419600" y="2260600"/>
            <a:ext cx="114300" cy="101600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4191000" y="1892300"/>
            <a:ext cx="406400" cy="215900"/>
          </a:xfrm>
          <a:prstGeom prst="rect">
            <a:avLst/>
          </a:prstGeom>
        </p:spPr>
      </p:pic>
      <p:pic>
        <p:nvPicPr>
          <p:cNvPr id="129" name="Picture 1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4114800" y="1790700"/>
            <a:ext cx="215900" cy="215900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4229100" y="1892300"/>
            <a:ext cx="50800" cy="63500"/>
          </a:xfrm>
          <a:prstGeom prst="rect">
            <a:avLst/>
          </a:prstGeom>
        </p:spPr>
      </p:pic>
      <p:pic>
        <p:nvPicPr>
          <p:cNvPr id="131" name="Picture 1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4216400" y="1816100"/>
            <a:ext cx="38100" cy="76200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4178300" y="1828800"/>
            <a:ext cx="50800" cy="88900"/>
          </a:xfrm>
          <a:prstGeom prst="rect">
            <a:avLst/>
          </a:prstGeom>
        </p:spPr>
      </p:pic>
      <p:pic>
        <p:nvPicPr>
          <p:cNvPr id="133" name="Picture 1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4152900" y="1841500"/>
            <a:ext cx="50800" cy="88900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4203700" y="1917700"/>
            <a:ext cx="406400" cy="190500"/>
          </a:xfrm>
          <a:prstGeom prst="rect">
            <a:avLst/>
          </a:prstGeom>
        </p:spPr>
      </p:pic>
      <p:pic>
        <p:nvPicPr>
          <p:cNvPr id="135" name="Picture 1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4241800" y="1955800"/>
            <a:ext cx="101600" cy="88900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4533900" y="1879600"/>
            <a:ext cx="88900" cy="139700"/>
          </a:xfrm>
          <a:prstGeom prst="rect">
            <a:avLst/>
          </a:prstGeom>
        </p:spPr>
      </p:pic>
      <p:pic>
        <p:nvPicPr>
          <p:cNvPr id="137" name="Picture 1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4546600" y="1892300"/>
            <a:ext cx="76200" cy="101600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4483100" y="1752600"/>
            <a:ext cx="228600" cy="241300"/>
          </a:xfrm>
          <a:prstGeom prst="rect">
            <a:avLst/>
          </a:prstGeom>
        </p:spPr>
      </p:pic>
      <p:pic>
        <p:nvPicPr>
          <p:cNvPr id="139" name="Picture 1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4635500" y="1854200"/>
            <a:ext cx="38100" cy="38100"/>
          </a:xfrm>
          <a:prstGeom prst="rect">
            <a:avLst/>
          </a:prstGeom>
        </p:spPr>
      </p:pic>
      <p:pic>
        <p:nvPicPr>
          <p:cNvPr id="140" name="Picture 14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4597400" y="1866900"/>
            <a:ext cx="38100" cy="38100"/>
          </a:xfrm>
          <a:prstGeom prst="rect">
            <a:avLst/>
          </a:prstGeom>
        </p:spPr>
      </p:pic>
      <p:pic>
        <p:nvPicPr>
          <p:cNvPr id="141" name="Picture 14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4635500" y="1841500"/>
            <a:ext cx="38100" cy="25400"/>
          </a:xfrm>
          <a:prstGeom prst="rect">
            <a:avLst/>
          </a:prstGeom>
        </p:spPr>
      </p:pic>
      <p:pic>
        <p:nvPicPr>
          <p:cNvPr id="142" name="Picture 14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4584700" y="1854200"/>
            <a:ext cx="38100" cy="25400"/>
          </a:xfrm>
          <a:prstGeom prst="rect">
            <a:avLst/>
          </a:prstGeom>
        </p:spPr>
      </p:pic>
      <p:pic>
        <p:nvPicPr>
          <p:cNvPr id="143" name="Picture 14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4610100" y="1930400"/>
            <a:ext cx="25400" cy="25400"/>
          </a:xfrm>
          <a:prstGeom prst="rect">
            <a:avLst/>
          </a:prstGeom>
        </p:spPr>
      </p:pic>
      <p:pic>
        <p:nvPicPr>
          <p:cNvPr id="144" name="Picture 14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4610100" y="1905000"/>
            <a:ext cx="38100" cy="38100"/>
          </a:xfrm>
          <a:prstGeom prst="rect">
            <a:avLst/>
          </a:prstGeom>
        </p:spPr>
      </p:pic>
      <p:pic>
        <p:nvPicPr>
          <p:cNvPr id="145" name="Picture 14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4610100" y="1866900"/>
            <a:ext cx="50800" cy="63500"/>
          </a:xfrm>
          <a:prstGeom prst="rect">
            <a:avLst/>
          </a:prstGeom>
        </p:spPr>
      </p:pic>
      <p:pic>
        <p:nvPicPr>
          <p:cNvPr id="146" name="Picture 14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4559300" y="1854200"/>
            <a:ext cx="88900" cy="88900"/>
          </a:xfrm>
          <a:prstGeom prst="rect">
            <a:avLst/>
          </a:prstGeom>
        </p:spPr>
      </p:pic>
      <p:pic>
        <p:nvPicPr>
          <p:cNvPr id="147" name="Picture 14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4635500" y="1841500"/>
            <a:ext cx="63500" cy="88900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4622800" y="1866900"/>
            <a:ext cx="38100" cy="25400"/>
          </a:xfrm>
          <a:prstGeom prst="rect">
            <a:avLst/>
          </a:prstGeom>
        </p:spPr>
      </p:pic>
      <p:pic>
        <p:nvPicPr>
          <p:cNvPr id="149" name="Picture 14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4495800" y="1879600"/>
            <a:ext cx="88900" cy="38100"/>
          </a:xfrm>
          <a:prstGeom prst="rect">
            <a:avLst/>
          </a:prstGeom>
        </p:spPr>
      </p:pic>
      <p:pic>
        <p:nvPicPr>
          <p:cNvPr id="150" name="Picture 15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4508500" y="1892300"/>
            <a:ext cx="50800" cy="50800"/>
          </a:xfrm>
          <a:prstGeom prst="rect">
            <a:avLst/>
          </a:prstGeom>
        </p:spPr>
      </p:pic>
      <p:pic>
        <p:nvPicPr>
          <p:cNvPr id="151" name="Picture 15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4457700" y="1739900"/>
            <a:ext cx="241300" cy="190500"/>
          </a:xfrm>
          <a:prstGeom prst="rect">
            <a:avLst/>
          </a:prstGeom>
        </p:spPr>
      </p:pic>
      <p:pic>
        <p:nvPicPr>
          <p:cNvPr id="152" name="Picture 15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1587500" y="2590800"/>
            <a:ext cx="368300" cy="508000"/>
          </a:xfrm>
          <a:prstGeom prst="rect">
            <a:avLst/>
          </a:prstGeom>
        </p:spPr>
      </p:pic>
      <p:pic>
        <p:nvPicPr>
          <p:cNvPr id="153" name="Picture 15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1600200" y="2819400"/>
            <a:ext cx="368300" cy="292100"/>
          </a:xfrm>
          <a:prstGeom prst="rect">
            <a:avLst/>
          </a:prstGeom>
        </p:spPr>
      </p:pic>
      <p:pic>
        <p:nvPicPr>
          <p:cNvPr id="154" name="Picture 15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1638300" y="1727200"/>
            <a:ext cx="635000" cy="1193800"/>
          </a:xfrm>
          <a:prstGeom prst="rect">
            <a:avLst/>
          </a:prstGeom>
        </p:spPr>
      </p:pic>
      <p:pic>
        <p:nvPicPr>
          <p:cNvPr id="155" name="Picture 15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1993900" y="1206500"/>
            <a:ext cx="317500" cy="330200"/>
          </a:xfrm>
          <a:prstGeom prst="rect">
            <a:avLst/>
          </a:prstGeom>
        </p:spPr>
      </p:pic>
      <p:pic>
        <p:nvPicPr>
          <p:cNvPr id="156" name="Picture 15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2032000" y="1435100"/>
            <a:ext cx="101600" cy="76200"/>
          </a:xfrm>
          <a:prstGeom prst="rect">
            <a:avLst/>
          </a:prstGeom>
        </p:spPr>
      </p:pic>
      <p:pic>
        <p:nvPicPr>
          <p:cNvPr id="157" name="Picture 15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2146300" y="1435100"/>
            <a:ext cx="393700" cy="673100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2451100" y="1930400"/>
            <a:ext cx="63500" cy="139700"/>
          </a:xfrm>
          <a:prstGeom prst="rect">
            <a:avLst/>
          </a:prstGeom>
        </p:spPr>
      </p:pic>
      <p:pic>
        <p:nvPicPr>
          <p:cNvPr id="159" name="Picture 15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2476500" y="1892300"/>
            <a:ext cx="63500" cy="127000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2501900" y="1892300"/>
            <a:ext cx="50800" cy="101600"/>
          </a:xfrm>
          <a:prstGeom prst="rect">
            <a:avLst/>
          </a:prstGeom>
        </p:spPr>
      </p:pic>
      <p:pic>
        <p:nvPicPr>
          <p:cNvPr id="161" name="Picture 16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2146300" y="1422400"/>
            <a:ext cx="177800" cy="241300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2159000" y="1473200"/>
            <a:ext cx="88900" cy="63500"/>
          </a:xfrm>
          <a:prstGeom prst="rect">
            <a:avLst/>
          </a:prstGeom>
        </p:spPr>
      </p:pic>
      <p:pic>
        <p:nvPicPr>
          <p:cNvPr id="163" name="Picture 16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2159000" y="1447800"/>
            <a:ext cx="76200" cy="25400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2171700" y="1498600"/>
            <a:ext cx="101600" cy="63500"/>
          </a:xfrm>
          <a:prstGeom prst="rect">
            <a:avLst/>
          </a:prstGeom>
        </p:spPr>
      </p:pic>
      <p:pic>
        <p:nvPicPr>
          <p:cNvPr id="165" name="Picture 16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2171700" y="1549400"/>
            <a:ext cx="139700" cy="38100"/>
          </a:xfrm>
          <a:prstGeom prst="rect">
            <a:avLst/>
          </a:prstGeom>
        </p:spPr>
      </p:pic>
      <p:pic>
        <p:nvPicPr>
          <p:cNvPr id="166" name="Picture 16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2184400" y="1574800"/>
            <a:ext cx="101600" cy="38100"/>
          </a:xfrm>
          <a:prstGeom prst="rect">
            <a:avLst/>
          </a:prstGeom>
        </p:spPr>
      </p:pic>
      <p:pic>
        <p:nvPicPr>
          <p:cNvPr id="167" name="Picture 16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2197100" y="1536700"/>
            <a:ext cx="101600" cy="101600"/>
          </a:xfrm>
          <a:prstGeom prst="rect">
            <a:avLst/>
          </a:prstGeom>
        </p:spPr>
      </p:pic>
      <p:pic>
        <p:nvPicPr>
          <p:cNvPr id="168" name="Picture 16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2159000" y="1435100"/>
            <a:ext cx="139700" cy="228600"/>
          </a:xfrm>
          <a:prstGeom prst="rect">
            <a:avLst/>
          </a:prstGeom>
        </p:spPr>
      </p:pic>
      <p:pic>
        <p:nvPicPr>
          <p:cNvPr id="169" name="Picture 16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2108200" y="2705100"/>
            <a:ext cx="419100" cy="368300"/>
          </a:xfrm>
          <a:prstGeom prst="rect">
            <a:avLst/>
          </a:prstGeom>
        </p:spPr>
      </p:pic>
      <p:pic>
        <p:nvPicPr>
          <p:cNvPr id="170" name="Picture 17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2108200" y="2946400"/>
            <a:ext cx="406400" cy="139700"/>
          </a:xfrm>
          <a:prstGeom prst="rect">
            <a:avLst/>
          </a:prstGeom>
        </p:spPr>
      </p:pic>
      <p:pic>
        <p:nvPicPr>
          <p:cNvPr id="171" name="Picture 17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2044700" y="1727200"/>
            <a:ext cx="330200" cy="1206500"/>
          </a:xfrm>
          <a:prstGeom prst="rect">
            <a:avLst/>
          </a:prstGeom>
        </p:spPr>
      </p:pic>
      <p:pic>
        <p:nvPicPr>
          <p:cNvPr id="172" name="Picture 17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2120900" y="2870200"/>
            <a:ext cx="241300" cy="25400"/>
          </a:xfrm>
          <a:prstGeom prst="rect">
            <a:avLst/>
          </a:prstGeom>
        </p:spPr>
      </p:pic>
      <p:pic>
        <p:nvPicPr>
          <p:cNvPr id="173" name="Picture 17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2082800" y="1765300"/>
            <a:ext cx="101600" cy="1117600"/>
          </a:xfrm>
          <a:prstGeom prst="rect">
            <a:avLst/>
          </a:prstGeom>
        </p:spPr>
      </p:pic>
      <p:pic>
        <p:nvPicPr>
          <p:cNvPr id="174" name="Picture 17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1993900" y="1739900"/>
            <a:ext cx="254000" cy="774700"/>
          </a:xfrm>
          <a:prstGeom prst="rect">
            <a:avLst/>
          </a:prstGeom>
        </p:spPr>
      </p:pic>
      <p:pic>
        <p:nvPicPr>
          <p:cNvPr id="175" name="Picture 17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1689100" y="2730500"/>
            <a:ext cx="215900" cy="139700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2146300" y="1930400"/>
            <a:ext cx="101600" cy="63500"/>
          </a:xfrm>
          <a:prstGeom prst="rect">
            <a:avLst/>
          </a:prstGeom>
        </p:spPr>
      </p:pic>
      <p:pic>
        <p:nvPicPr>
          <p:cNvPr id="177" name="Picture 17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2159000" y="1765300"/>
            <a:ext cx="76200" cy="177800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2184400" y="1930400"/>
            <a:ext cx="25400" cy="50800"/>
          </a:xfrm>
          <a:prstGeom prst="rect">
            <a:avLst/>
          </a:prstGeom>
        </p:spPr>
      </p:pic>
      <p:pic>
        <p:nvPicPr>
          <p:cNvPr id="179" name="Picture 17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1714500" y="1739900"/>
            <a:ext cx="317500" cy="990600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2032000" y="1765300"/>
            <a:ext cx="114300" cy="101600"/>
          </a:xfrm>
          <a:prstGeom prst="rect">
            <a:avLst/>
          </a:prstGeom>
        </p:spPr>
      </p:pic>
      <p:pic>
        <p:nvPicPr>
          <p:cNvPr id="181" name="Picture 18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1968500" y="1409700"/>
            <a:ext cx="330200" cy="355600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2044700" y="1473200"/>
            <a:ext cx="177800" cy="63500"/>
          </a:xfrm>
          <a:prstGeom prst="rect">
            <a:avLst/>
          </a:prstGeom>
        </p:spPr>
      </p:pic>
      <p:pic>
        <p:nvPicPr>
          <p:cNvPr id="183" name="Picture 18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2108200" y="1422400"/>
            <a:ext cx="101600" cy="63500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2019300" y="1511300"/>
            <a:ext cx="228600" cy="50800"/>
          </a:xfrm>
          <a:prstGeom prst="rect">
            <a:avLst/>
          </a:prstGeom>
        </p:spPr>
      </p:pic>
      <p:pic>
        <p:nvPicPr>
          <p:cNvPr id="185" name="Picture 18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1993900" y="1562100"/>
            <a:ext cx="292100" cy="76200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1981200" y="1574800"/>
            <a:ext cx="304800" cy="101600"/>
          </a:xfrm>
          <a:prstGeom prst="rect">
            <a:avLst/>
          </a:prstGeom>
        </p:spPr>
      </p:pic>
      <p:pic>
        <p:nvPicPr>
          <p:cNvPr id="187" name="Picture 18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1981200" y="1651000"/>
            <a:ext cx="304800" cy="76200"/>
          </a:xfrm>
          <a:prstGeom prst="rect">
            <a:avLst/>
          </a:prstGeom>
        </p:spPr>
      </p:pic>
      <p:pic>
        <p:nvPicPr>
          <p:cNvPr id="188" name="Picture 18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2133600" y="1689100"/>
            <a:ext cx="139700" cy="63500"/>
          </a:xfrm>
          <a:prstGeom prst="rect">
            <a:avLst/>
          </a:prstGeom>
        </p:spPr>
      </p:pic>
      <p:pic>
        <p:nvPicPr>
          <p:cNvPr id="189" name="Picture 18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2120900" y="1651000"/>
            <a:ext cx="101600" cy="38100"/>
          </a:xfrm>
          <a:prstGeom prst="rect">
            <a:avLst/>
          </a:prstGeom>
        </p:spPr>
      </p:pic>
      <p:pic>
        <p:nvPicPr>
          <p:cNvPr id="190" name="Picture 19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2159000" y="1663700"/>
            <a:ext cx="101600" cy="25400"/>
          </a:xfrm>
          <a:prstGeom prst="rect">
            <a:avLst/>
          </a:prstGeom>
        </p:spPr>
      </p:pic>
      <p:pic>
        <p:nvPicPr>
          <p:cNvPr id="191" name="Picture 19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1854200" y="1803400"/>
            <a:ext cx="342900" cy="241300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2057400" y="1816100"/>
            <a:ext cx="63500" cy="63500"/>
          </a:xfrm>
          <a:prstGeom prst="rect">
            <a:avLst/>
          </a:prstGeom>
        </p:spPr>
      </p:pic>
      <p:pic>
        <p:nvPicPr>
          <p:cNvPr id="193" name="Picture 19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1943100" y="1816100"/>
            <a:ext cx="63500" cy="63500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2070100" y="1816100"/>
            <a:ext cx="38100" cy="38100"/>
          </a:xfrm>
          <a:prstGeom prst="rect">
            <a:avLst/>
          </a:prstGeom>
        </p:spPr>
      </p:pic>
      <p:pic>
        <p:nvPicPr>
          <p:cNvPr id="195" name="Picture 19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1955800" y="1816100"/>
            <a:ext cx="38100" cy="38100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1841500" y="1422400"/>
            <a:ext cx="444500" cy="533400"/>
          </a:xfrm>
          <a:prstGeom prst="rect">
            <a:avLst/>
          </a:prstGeom>
        </p:spPr>
      </p:pic>
      <p:pic>
        <p:nvPicPr>
          <p:cNvPr id="197" name="Picture 19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2171700" y="1790700"/>
            <a:ext cx="76200" cy="63500"/>
          </a:xfrm>
          <a:prstGeom prst="rect">
            <a:avLst/>
          </a:prstGeom>
        </p:spPr>
      </p:pic>
      <p:pic>
        <p:nvPicPr>
          <p:cNvPr id="198" name="Picture 19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2146300" y="1828800"/>
            <a:ext cx="76200" cy="63500"/>
          </a:xfrm>
          <a:prstGeom prst="rect">
            <a:avLst/>
          </a:prstGeom>
        </p:spPr>
      </p:pic>
      <p:pic>
        <p:nvPicPr>
          <p:cNvPr id="199" name="Picture 19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2120900" y="1879600"/>
            <a:ext cx="76200" cy="63500"/>
          </a:xfrm>
          <a:prstGeom prst="rect">
            <a:avLst/>
          </a:prstGeom>
        </p:spPr>
      </p:pic>
      <p:pic>
        <p:nvPicPr>
          <p:cNvPr id="200" name="Picture 20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1955800" y="1663700"/>
            <a:ext cx="165100" cy="76200"/>
          </a:xfrm>
          <a:prstGeom prst="rect">
            <a:avLst/>
          </a:prstGeom>
        </p:spPr>
      </p:pic>
      <p:pic>
        <p:nvPicPr>
          <p:cNvPr id="201" name="Picture 20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2108200" y="1333500"/>
            <a:ext cx="101600" cy="177800"/>
          </a:xfrm>
          <a:prstGeom prst="rect">
            <a:avLst/>
          </a:prstGeom>
        </p:spPr>
      </p:pic>
      <p:pic>
        <p:nvPicPr>
          <p:cNvPr id="202" name="Picture 20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2120900" y="1346200"/>
            <a:ext cx="88900" cy="101600"/>
          </a:xfrm>
          <a:prstGeom prst="rect">
            <a:avLst/>
          </a:prstGeom>
        </p:spPr>
      </p:pic>
      <p:pic>
        <p:nvPicPr>
          <p:cNvPr id="203" name="Picture 20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2095500" y="1219200"/>
            <a:ext cx="190500" cy="228600"/>
          </a:xfrm>
          <a:prstGeom prst="rect">
            <a:avLst/>
          </a:prstGeom>
        </p:spPr>
      </p:pic>
      <p:pic>
        <p:nvPicPr>
          <p:cNvPr id="204" name="Picture 20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2235200" y="1320800"/>
            <a:ext cx="38100" cy="25400"/>
          </a:xfrm>
          <a:prstGeom prst="rect">
            <a:avLst/>
          </a:prstGeom>
        </p:spPr>
      </p:pic>
      <p:pic>
        <p:nvPicPr>
          <p:cNvPr id="205" name="Picture 20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2184400" y="1308100"/>
            <a:ext cx="38100" cy="25400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6"/>
              </a:ext>
            </a:extLst>
          </a:blip>
          <a:stretch>
            <a:fillRect/>
          </a:stretch>
        </p:blipFill>
        <p:spPr>
          <a:xfrm>
            <a:off x="2184400" y="1333500"/>
            <a:ext cx="25400" cy="25400"/>
          </a:xfrm>
          <a:prstGeom prst="rect">
            <a:avLst/>
          </a:prstGeom>
        </p:spPr>
      </p:pic>
      <p:pic>
        <p:nvPicPr>
          <p:cNvPr id="207" name="Picture 20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2171700" y="1320800"/>
            <a:ext cx="38100" cy="38100"/>
          </a:xfrm>
          <a:prstGeom prst="rect">
            <a:avLst/>
          </a:prstGeom>
        </p:spPr>
      </p:pic>
      <p:pic>
        <p:nvPicPr>
          <p:cNvPr id="208" name="Picture 20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8"/>
              </a:ext>
            </a:extLst>
          </a:blip>
          <a:stretch>
            <a:fillRect/>
          </a:stretch>
        </p:blipFill>
        <p:spPr>
          <a:xfrm>
            <a:off x="2171700" y="1320800"/>
            <a:ext cx="25400" cy="25400"/>
          </a:xfrm>
          <a:prstGeom prst="rect">
            <a:avLst/>
          </a:prstGeom>
        </p:spPr>
      </p:pic>
      <p:pic>
        <p:nvPicPr>
          <p:cNvPr id="209" name="Picture 20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2222500" y="1346200"/>
            <a:ext cx="25400" cy="38100"/>
          </a:xfrm>
          <a:prstGeom prst="rect">
            <a:avLst/>
          </a:prstGeom>
        </p:spPr>
      </p:pic>
      <p:pic>
        <p:nvPicPr>
          <p:cNvPr id="210" name="Picture 2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0"/>
              </a:ext>
            </a:extLst>
          </a:blip>
          <a:stretch>
            <a:fillRect/>
          </a:stretch>
        </p:blipFill>
        <p:spPr>
          <a:xfrm>
            <a:off x="2222500" y="1333500"/>
            <a:ext cx="38100" cy="38100"/>
          </a:xfrm>
          <a:prstGeom prst="rect">
            <a:avLst/>
          </a:prstGeom>
        </p:spPr>
      </p:pic>
      <p:pic>
        <p:nvPicPr>
          <p:cNvPr id="211" name="Picture 2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2235200" y="1333500"/>
            <a:ext cx="25400" cy="25400"/>
          </a:xfrm>
          <a:prstGeom prst="rect">
            <a:avLst/>
          </a:prstGeom>
        </p:spPr>
      </p:pic>
      <p:pic>
        <p:nvPicPr>
          <p:cNvPr id="212" name="Picture 2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2"/>
              </a:ext>
            </a:extLst>
          </a:blip>
          <a:stretch>
            <a:fillRect/>
          </a:stretch>
        </p:blipFill>
        <p:spPr>
          <a:xfrm>
            <a:off x="2197100" y="1384300"/>
            <a:ext cx="25400" cy="25400"/>
          </a:xfrm>
          <a:prstGeom prst="rect">
            <a:avLst/>
          </a:prstGeom>
        </p:spPr>
      </p:pic>
      <p:pic>
        <p:nvPicPr>
          <p:cNvPr id="213" name="Picture 2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3"/>
              </a:ext>
            </a:extLst>
          </a:blip>
          <a:stretch>
            <a:fillRect/>
          </a:stretch>
        </p:blipFill>
        <p:spPr>
          <a:xfrm>
            <a:off x="2197100" y="1308100"/>
            <a:ext cx="63500" cy="88900"/>
          </a:xfrm>
          <a:prstGeom prst="rect">
            <a:avLst/>
          </a:prstGeom>
        </p:spPr>
      </p:pic>
      <p:pic>
        <p:nvPicPr>
          <p:cNvPr id="214" name="Picture 2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4"/>
              </a:ext>
            </a:extLst>
          </a:blip>
          <a:stretch>
            <a:fillRect/>
          </a:stretch>
        </p:blipFill>
        <p:spPr>
          <a:xfrm>
            <a:off x="2095500" y="1206500"/>
            <a:ext cx="203200" cy="139700"/>
          </a:xfrm>
          <a:prstGeom prst="rect">
            <a:avLst/>
          </a:prstGeom>
        </p:spPr>
      </p:pic>
      <p:pic>
        <p:nvPicPr>
          <p:cNvPr id="215" name="Picture 2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tretch>
            <a:fillRect/>
          </a:stretch>
        </p:blipFill>
        <p:spPr>
          <a:xfrm>
            <a:off x="2082800" y="1308100"/>
            <a:ext cx="63500" cy="76200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6"/>
              </a:ext>
            </a:extLst>
          </a:blip>
          <a:stretch>
            <a:fillRect/>
          </a:stretch>
        </p:blipFill>
        <p:spPr>
          <a:xfrm>
            <a:off x="2095500" y="1320800"/>
            <a:ext cx="38100" cy="63500"/>
          </a:xfrm>
          <a:prstGeom prst="rect">
            <a:avLst/>
          </a:prstGeom>
        </p:spPr>
      </p:pic>
      <p:pic>
        <p:nvPicPr>
          <p:cNvPr id="217" name="Picture 2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7"/>
              </a:ext>
            </a:extLst>
          </a:blip>
          <a:stretch>
            <a:fillRect/>
          </a:stretch>
        </p:blipFill>
        <p:spPr>
          <a:xfrm>
            <a:off x="2108200" y="1358900"/>
            <a:ext cx="25400" cy="25400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8"/>
              </a:ext>
            </a:extLst>
          </a:blip>
          <a:stretch>
            <a:fillRect/>
          </a:stretch>
        </p:blipFill>
        <p:spPr>
          <a:xfrm>
            <a:off x="1930400" y="1409700"/>
            <a:ext cx="215900" cy="203200"/>
          </a:xfrm>
          <a:prstGeom prst="rect">
            <a:avLst/>
          </a:prstGeom>
        </p:spPr>
      </p:pic>
      <p:pic>
        <p:nvPicPr>
          <p:cNvPr id="219" name="Picture 2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9"/>
              </a:ext>
            </a:extLst>
          </a:blip>
          <a:stretch>
            <a:fillRect/>
          </a:stretch>
        </p:blipFill>
        <p:spPr>
          <a:xfrm>
            <a:off x="2032000" y="1460500"/>
            <a:ext cx="101600" cy="63500"/>
          </a:xfrm>
          <a:prstGeom prst="rect">
            <a:avLst/>
          </a:prstGeom>
        </p:spPr>
      </p:pic>
      <p:pic>
        <p:nvPicPr>
          <p:cNvPr id="220" name="Picture 2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0"/>
              </a:ext>
            </a:extLst>
          </a:blip>
          <a:stretch>
            <a:fillRect/>
          </a:stretch>
        </p:blipFill>
        <p:spPr>
          <a:xfrm>
            <a:off x="1930400" y="1511300"/>
            <a:ext cx="177800" cy="63500"/>
          </a:xfrm>
          <a:prstGeom prst="rect">
            <a:avLst/>
          </a:prstGeom>
        </p:spPr>
      </p:pic>
      <p:pic>
        <p:nvPicPr>
          <p:cNvPr id="221" name="Picture 2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1"/>
              </a:ext>
            </a:extLst>
          </a:blip>
          <a:stretch>
            <a:fillRect/>
          </a:stretch>
        </p:blipFill>
        <p:spPr>
          <a:xfrm>
            <a:off x="1955800" y="1536700"/>
            <a:ext cx="127000" cy="50800"/>
          </a:xfrm>
          <a:prstGeom prst="rect">
            <a:avLst/>
          </a:prstGeom>
        </p:spPr>
      </p:pic>
      <p:sp>
        <p:nvSpPr>
          <p:cNvPr id="222" name="TextBox 222"/>
          <p:cNvSpPr txBox="1"/>
          <p:nvPr/>
        </p:nvSpPr>
        <p:spPr>
          <a:xfrm>
            <a:off x="482600" y="165100"/>
            <a:ext cx="3632200" cy="2540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999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Ⅱ. 솔루션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469900" y="914400"/>
            <a:ext cx="8216900" cy="2794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100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문자와 서류를 넘기면</a:t>
            </a:r>
            <a:r>
              <a:rPr lang="en-US" sz="1100" b="1" i="0" u="none" strike="noStrike">
                <a:solidFill>
                  <a:srgbClr val="6B6B6B"/>
                </a:solidFill>
                <a:latin typeface="Noto Sans CJK KR Regular"/>
                <a:ea typeface="Noto Sans CJK KR Regular"/>
                <a:cs typeface="Noto Sans CJK KR Regular"/>
              </a:rPr>
              <a:t>   →   </a:t>
            </a:r>
            <a:r>
              <a:rPr lang="en-US" sz="1100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AI가 묶고 정리</a:t>
            </a:r>
            <a:r>
              <a:rPr lang="en-US" sz="1100" b="1" i="0" u="none" strike="noStrike">
                <a:solidFill>
                  <a:srgbClr val="6B6B6B"/>
                </a:solidFill>
                <a:latin typeface="Noto Sans CJK KR Regular"/>
                <a:ea typeface="Noto Sans CJK KR Regular"/>
                <a:cs typeface="Noto Sans CJK KR Regular"/>
              </a:rPr>
              <a:t>   →   </a:t>
            </a:r>
            <a:r>
              <a:rPr lang="en-US" sz="1100" b="1" i="0" u="none" strike="noStrike">
                <a:solidFill>
                  <a:srgbClr val="FC5C15"/>
                </a:solidFill>
                <a:latin typeface="Noto Sans CJK KR Regular"/>
                <a:ea typeface="Noto Sans CJK KR Regular"/>
                <a:cs typeface="Noto Sans CJK KR Regular"/>
              </a:rPr>
              <a:t>부모는 승인만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5300" y="393700"/>
            <a:ext cx="8140700" cy="457200"/>
          </a:xfrm>
          <a:prstGeom prst="rect">
            <a:avLst/>
          </a:prstGeom>
        </p:spPr>
        <p:txBody>
          <a:bodyPr lIns="0" tIns="2793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1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 ① 월말 일주일 전 · 한 장 장부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2600" y="165100"/>
            <a:ext cx="3632200" cy="2540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999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Ⅲ. 시연 시나리오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600" y="4533900"/>
            <a:ext cx="342900" cy="330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120900" y="4572000"/>
            <a:ext cx="381000" cy="2794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ctr">
              <a:lnSpc>
                <a:spcPct val="996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CJK KR Regular"/>
                <a:ea typeface="Noto Sans CJK KR Regular"/>
                <a:cs typeface="Noto Sans CJK KR Regular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84300" y="4876800"/>
            <a:ext cx="1841500" cy="2159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9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이용 내역 넘기기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4533900"/>
            <a:ext cx="330200" cy="330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495800" y="4559300"/>
            <a:ext cx="381000" cy="2794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ctr">
              <a:lnSpc>
                <a:spcPct val="99600"/>
              </a:lnSpc>
            </a:pPr>
            <a:r>
              <a:rPr lang="en-US" sz="1100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71900" y="4876800"/>
            <a:ext cx="1828800" cy="2159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9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확인 카드 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5300" y="4533900"/>
            <a:ext cx="330200" cy="330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819900" y="4572000"/>
            <a:ext cx="381000" cy="2794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ctr">
              <a:lnSpc>
                <a:spcPct val="996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CJK KR Regular"/>
                <a:ea typeface="Noto Sans CJK KR Regular"/>
                <a:cs typeface="Noto Sans CJK KR Regular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96000" y="4876800"/>
            <a:ext cx="1828800" cy="2159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9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확인 카드 2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5500" y="2590800"/>
            <a:ext cx="241300" cy="317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1054100"/>
            <a:ext cx="1930400" cy="3352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8400" y="1054100"/>
            <a:ext cx="1930400" cy="336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800" y="1079500"/>
            <a:ext cx="1930400" cy="3352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02300" y="2603500"/>
            <a:ext cx="2413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5300" y="406400"/>
            <a:ext cx="8140700" cy="457200"/>
          </a:xfrm>
          <a:prstGeom prst="rect">
            <a:avLst/>
          </a:prstGeom>
        </p:spPr>
        <p:txBody>
          <a:bodyPr lIns="0" tIns="2793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1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 ② 맞춤 지원 레이더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2600" y="165100"/>
            <a:ext cx="3632200" cy="2540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999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Ⅲ. 시연 시나리오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900" y="4546600"/>
            <a:ext cx="330200" cy="330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39800" y="4584700"/>
            <a:ext cx="381000" cy="2794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ctr">
              <a:lnSpc>
                <a:spcPct val="996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CJK KR Regular"/>
                <a:ea typeface="Noto Sans CJK KR Regular"/>
                <a:cs typeface="Noto Sans CJK KR Regular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600" y="4889500"/>
            <a:ext cx="1828800" cy="2159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996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공고 알림 · 마감 5일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4700" y="4559300"/>
            <a:ext cx="330200" cy="330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289300" y="4584700"/>
            <a:ext cx="381000" cy="2794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ctr">
              <a:lnSpc>
                <a:spcPct val="99600"/>
              </a:lnSpc>
            </a:pPr>
            <a:r>
              <a:rPr lang="en-US" sz="1100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78100" y="4902200"/>
            <a:ext cx="1828800" cy="2159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996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미리 채워진 신청서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0200" y="4546600"/>
            <a:ext cx="330200" cy="330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654800" y="4584700"/>
            <a:ext cx="381000" cy="2794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ctr">
              <a:lnSpc>
                <a:spcPct val="996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CJK KR Regular"/>
                <a:ea typeface="Noto Sans CJK KR Regular"/>
                <a:cs typeface="Noto Sans CJK KR Regular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30900" y="4889500"/>
            <a:ext cx="1828800" cy="2159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996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승인 → 결과 발표일 등록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1054100"/>
            <a:ext cx="1930400" cy="3352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8400" y="1066800"/>
            <a:ext cx="1930400" cy="3352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9800" y="1066800"/>
            <a:ext cx="1930400" cy="3352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7700" y="1066800"/>
            <a:ext cx="1930400" cy="3352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59000" y="2603500"/>
            <a:ext cx="203200" cy="203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7700" y="2616200"/>
            <a:ext cx="203200" cy="203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43700" y="2616200"/>
            <a:ext cx="2032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8000" y="215900"/>
            <a:ext cx="3606800" cy="2540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999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Ⅳ. 사업화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2600" y="406400"/>
            <a:ext cx="8166100" cy="482600"/>
          </a:xfrm>
          <a:prstGeom prst="rect">
            <a:avLst/>
          </a:prstGeom>
        </p:spPr>
        <p:txBody>
          <a:bodyPr lIns="0" tIns="2793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1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가정은 무료, 가정을 돕는 곳이 냅니다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9900" y="901700"/>
            <a:ext cx="8204200" cy="3302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100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부모의 일을 덜어 주는 서비스라, 부모에게는 받지 않습니다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00" y="1358900"/>
            <a:ext cx="2628900" cy="3035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" y="1562100"/>
            <a:ext cx="406400" cy="406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11200" y="1587500"/>
            <a:ext cx="342900" cy="368300"/>
          </a:xfrm>
          <a:prstGeom prst="rect">
            <a:avLst/>
          </a:prstGeom>
        </p:spPr>
        <p:txBody>
          <a:bodyPr lIns="0" tIns="17783" rIns="0" bIns="17783" rtlCol="0" anchor="ctr"/>
          <a:lstStyle/>
          <a:p>
            <a:pPr lvl="0" algn="ctr">
              <a:lnSpc>
                <a:spcPct val="996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CJK KR Regular"/>
                <a:ea typeface="Noto Sans CJK KR Regular"/>
                <a:cs typeface="Noto Sans CJK KR Regular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8400" y="1625600"/>
            <a:ext cx="1447800" cy="2794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l">
              <a:lnSpc>
                <a:spcPct val="99600"/>
              </a:lnSpc>
            </a:pPr>
            <a:r>
              <a:rPr lang="en-US" sz="999" b="1" i="0" u="none" strike="noStrike">
                <a:solidFill>
                  <a:srgbClr val="6B6B6B"/>
                </a:solidFill>
                <a:latin typeface="Noto Sans CJK KR Regular"/>
                <a:ea typeface="Noto Sans CJK KR Regular"/>
                <a:cs typeface="Noto Sans CJK KR Regular"/>
              </a:rPr>
              <a:t>핵심 고객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2235200"/>
            <a:ext cx="2235200" cy="3810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500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장애아동지원센터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" y="2692400"/>
            <a:ext cx="1930400" cy="279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11200" y="2717800"/>
            <a:ext cx="1841500" cy="2413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ctr">
              <a:lnSpc>
                <a:spcPct val="99600"/>
              </a:lnSpc>
            </a:pPr>
            <a:r>
              <a:rPr lang="en-US" sz="900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지자체 예산 · 가정별 라이선스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3100" y="3251200"/>
            <a:ext cx="2222500" cy="800100"/>
          </a:xfrm>
          <a:prstGeom prst="rect">
            <a:avLst/>
          </a:prstGeom>
        </p:spPr>
        <p:txBody>
          <a:bodyPr lIns="0" tIns="1524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50" b="0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센터가 세우는 아이별 지원계획에, 부모가 정리한 한 장이 바로 들어갑니다.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4165600"/>
            <a:ext cx="22225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3900" y="1358900"/>
            <a:ext cx="2628900" cy="3035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4400" y="1562100"/>
            <a:ext cx="406400" cy="406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492500" y="1587500"/>
            <a:ext cx="342900" cy="368300"/>
          </a:xfrm>
          <a:prstGeom prst="rect">
            <a:avLst/>
          </a:prstGeom>
        </p:spPr>
        <p:txBody>
          <a:bodyPr lIns="0" tIns="17783" rIns="0" bIns="17783" rtlCol="0" anchor="ctr"/>
          <a:lstStyle/>
          <a:p>
            <a:pPr lvl="0" algn="ctr">
              <a:lnSpc>
                <a:spcPct val="99600"/>
              </a:lnSpc>
            </a:pPr>
            <a:r>
              <a:rPr lang="en-US" sz="1400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49700" y="1625600"/>
            <a:ext cx="1447800" cy="2794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l">
              <a:lnSpc>
                <a:spcPct val="99600"/>
              </a:lnSpc>
            </a:pPr>
            <a:r>
              <a:rPr lang="en-US" sz="999" b="1" i="0" u="none" strike="noStrike">
                <a:solidFill>
                  <a:srgbClr val="6B6B6B"/>
                </a:solidFill>
                <a:latin typeface="Noto Sans CJK KR Regular"/>
                <a:ea typeface="Noto Sans CJK KR Regular"/>
                <a:cs typeface="Noto Sans CJK KR Regular"/>
              </a:rPr>
              <a:t>확장 고객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54400" y="2235200"/>
            <a:ext cx="2235200" cy="3810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500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기업 복지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54400" y="2692400"/>
            <a:ext cx="1168400" cy="2794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3492500" y="2705100"/>
            <a:ext cx="1079500" cy="2413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ctr">
              <a:lnSpc>
                <a:spcPct val="99600"/>
              </a:lnSpc>
            </a:pPr>
            <a:r>
              <a:rPr lang="en-US" sz="900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임직원 복지 상품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79800" y="3251200"/>
            <a:ext cx="2222500" cy="800100"/>
          </a:xfrm>
          <a:prstGeom prst="rect">
            <a:avLst/>
          </a:prstGeom>
        </p:spPr>
        <p:txBody>
          <a:bodyPr lIns="0" tIns="1524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50" b="0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돌봄 때문에 일을 그만두는 직원을 줄입니다. 엄마 4명 중 3명이 그만둔 경험이 있습니다.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9800" y="4152900"/>
            <a:ext cx="2222500" cy="25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5200" y="1358900"/>
            <a:ext cx="2628900" cy="3035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0" y="1562100"/>
            <a:ext cx="406400" cy="406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6273800" y="1587500"/>
            <a:ext cx="342900" cy="368300"/>
          </a:xfrm>
          <a:prstGeom prst="rect">
            <a:avLst/>
          </a:prstGeom>
        </p:spPr>
        <p:txBody>
          <a:bodyPr lIns="0" tIns="17783" rIns="0" bIns="17783" rtlCol="0" anchor="ctr"/>
          <a:lstStyle/>
          <a:p>
            <a:pPr lvl="0" algn="ctr">
              <a:lnSpc>
                <a:spcPct val="996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CJK KR Regular"/>
                <a:ea typeface="Noto Sans CJK KR Regular"/>
                <a:cs typeface="Noto Sans CJK KR Regular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43700" y="1625600"/>
            <a:ext cx="1447800" cy="2794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l">
              <a:lnSpc>
                <a:spcPct val="99600"/>
              </a:lnSpc>
            </a:pPr>
            <a:r>
              <a:rPr lang="en-US" sz="999" b="1" i="0" u="none" strike="noStrike">
                <a:solidFill>
                  <a:srgbClr val="6B6B6B"/>
                </a:solidFill>
                <a:latin typeface="Noto Sans CJK KR Regular"/>
                <a:ea typeface="Noto Sans CJK KR Regular"/>
                <a:cs typeface="Noto Sans CJK KR Regular"/>
              </a:rPr>
              <a:t>연동 파트너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73800" y="2235200"/>
            <a:ext cx="2235200" cy="3810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500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발달센터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8400" y="2667000"/>
            <a:ext cx="863600" cy="2794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6286500" y="2692400"/>
            <a:ext cx="787400" cy="241300"/>
          </a:xfrm>
          <a:prstGeom prst="rect">
            <a:avLst/>
          </a:prstGeom>
        </p:spPr>
        <p:txBody>
          <a:bodyPr lIns="0" tIns="15240" rIns="0" bIns="15240" rtlCol="0" anchor="ctr"/>
          <a:lstStyle/>
          <a:p>
            <a:pPr lvl="0" algn="ctr">
              <a:lnSpc>
                <a:spcPct val="99600"/>
              </a:lnSpc>
            </a:pPr>
            <a:r>
              <a:rPr lang="en-US" sz="900" b="1" i="0" u="none" strike="noStrike">
                <a:solidFill>
                  <a:srgbClr val="FC5C15"/>
                </a:solidFill>
                <a:latin typeface="Noto Sans CJK KR Regular"/>
                <a:ea typeface="Noto Sans CJK KR Regular"/>
                <a:cs typeface="Noto Sans CJK KR Regular"/>
              </a:rPr>
              <a:t>연동 수수료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73800" y="3251200"/>
            <a:ext cx="2222500" cy="800100"/>
          </a:xfrm>
          <a:prstGeom prst="rect">
            <a:avLst/>
          </a:prstGeom>
        </p:spPr>
        <p:txBody>
          <a:bodyPr lIns="0" tIns="1524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50" b="0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일정 변경·결석 안내가 부모 장부에 바로 반영돼, 문의와 정산 확인이 줄어듭니다.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8400" y="4152900"/>
            <a:ext cx="2222500" cy="254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2095500"/>
            <a:ext cx="2222500" cy="254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9800" y="2108200"/>
            <a:ext cx="2222500" cy="254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0300" y="2120900"/>
            <a:ext cx="22225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66900" y="2286000"/>
            <a:ext cx="8153400" cy="520700"/>
          </a:xfrm>
          <a:prstGeom prst="rect">
            <a:avLst/>
          </a:prstGeom>
        </p:spPr>
        <p:txBody>
          <a:bodyPr lIns="0" tIns="3047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3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문제는 지원이 아니라, </a:t>
            </a:r>
            <a:r>
              <a:rPr lang="en-US" sz="2399" b="1" i="0" u="none" strike="noStrike">
                <a:solidFill>
                  <a:srgbClr val="FD6F22"/>
                </a:solidFill>
                <a:latin typeface="Noto Sans CJK KR Regular"/>
                <a:ea typeface="Noto Sans CJK KR Regular"/>
                <a:cs typeface="Noto Sans CJK KR Regular"/>
              </a:rPr>
              <a:t>지원의 연결입니다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800" y="4406900"/>
            <a:ext cx="3365500" cy="406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2100" y="2400300"/>
            <a:ext cx="901700" cy="1130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5800" y="2895600"/>
            <a:ext cx="977900" cy="584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3100" y="2882900"/>
            <a:ext cx="431800" cy="44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46300" y="3086100"/>
            <a:ext cx="177800" cy="177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43100" y="2882900"/>
            <a:ext cx="368300" cy="444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500" y="3733800"/>
            <a:ext cx="11303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500" y="3733800"/>
            <a:ext cx="736600" cy="863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1200" y="3822700"/>
            <a:ext cx="635000" cy="762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2800" y="4305300"/>
            <a:ext cx="127000" cy="215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0600" y="3822700"/>
            <a:ext cx="292100" cy="16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81100" y="3860800"/>
            <a:ext cx="203200" cy="469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70000" y="3644900"/>
            <a:ext cx="1587500" cy="977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71600" y="3937000"/>
            <a:ext cx="254000" cy="508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63700" y="3937000"/>
            <a:ext cx="762000" cy="368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387600" y="2768600"/>
            <a:ext cx="292100" cy="266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489200" y="2768600"/>
            <a:ext cx="165100" cy="203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00300" y="2768600"/>
            <a:ext cx="127000" cy="101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90700" y="2971800"/>
            <a:ext cx="838200" cy="406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841500" y="3149600"/>
            <a:ext cx="177800" cy="38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866900" y="3111500"/>
            <a:ext cx="1651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905000" y="3086100"/>
            <a:ext cx="127000" cy="25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400300" y="2933700"/>
            <a:ext cx="241300" cy="292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425700" y="3073400"/>
            <a:ext cx="127000" cy="114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38400" y="2959100"/>
            <a:ext cx="190500" cy="266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628900" y="2781300"/>
            <a:ext cx="317500" cy="254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628900" y="2781300"/>
            <a:ext cx="127000" cy="139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311400" y="3327400"/>
            <a:ext cx="482600" cy="1358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311400" y="4533900"/>
            <a:ext cx="482600" cy="1397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451100" y="4546600"/>
            <a:ext cx="139700" cy="635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463800" y="3327400"/>
            <a:ext cx="876300" cy="13589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425700" y="2933700"/>
            <a:ext cx="482600" cy="482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324100" y="3390900"/>
            <a:ext cx="673100" cy="5461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324100" y="3733800"/>
            <a:ext cx="673100" cy="1651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451100" y="3378200"/>
            <a:ext cx="444500" cy="889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489200" y="2921000"/>
            <a:ext cx="177800" cy="1778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514600" y="2781300"/>
            <a:ext cx="152400" cy="2667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527300" y="2794000"/>
            <a:ext cx="139700" cy="2032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324100" y="2540000"/>
            <a:ext cx="444500" cy="4445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400300" y="2717800"/>
            <a:ext cx="63500" cy="381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501900" y="2743200"/>
            <a:ext cx="63500" cy="381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451100" y="2882900"/>
            <a:ext cx="50800" cy="254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413000" y="2768600"/>
            <a:ext cx="76200" cy="1270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514600" y="2794000"/>
            <a:ext cx="38100" cy="38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489200" y="2781300"/>
            <a:ext cx="50800" cy="635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2387600" y="2768600"/>
            <a:ext cx="38100" cy="381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387600" y="2768600"/>
            <a:ext cx="50800" cy="635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2387600" y="2540000"/>
            <a:ext cx="406400" cy="3556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2628900" y="2806700"/>
            <a:ext cx="139700" cy="1270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641600" y="2832100"/>
            <a:ext cx="88900" cy="762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44500" y="3848100"/>
            <a:ext cx="1130300" cy="8636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44500" y="3848100"/>
            <a:ext cx="749300" cy="8636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46100" y="4432300"/>
            <a:ext cx="101600" cy="2159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23900" y="3937000"/>
            <a:ext cx="292100" cy="1651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14400" y="3975100"/>
            <a:ext cx="203200" cy="4699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003300" y="3632200"/>
            <a:ext cx="1663700" cy="10922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397000" y="4051300"/>
            <a:ext cx="762000" cy="330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92200" y="4051300"/>
            <a:ext cx="254000" cy="5080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930400" y="3822700"/>
            <a:ext cx="228600" cy="635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498600" y="3695700"/>
            <a:ext cx="254000" cy="1905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435100" y="3670300"/>
            <a:ext cx="101600" cy="4318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346200" y="4114800"/>
            <a:ext cx="609600" cy="2159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422400" y="2882900"/>
            <a:ext cx="876300" cy="9271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968500" y="3416300"/>
            <a:ext cx="215900" cy="381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892300" y="3429000"/>
            <a:ext cx="177800" cy="381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968500" y="2705100"/>
            <a:ext cx="228600" cy="3683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2032000" y="2705100"/>
            <a:ext cx="165100" cy="2540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2006600" y="2438400"/>
            <a:ext cx="406400" cy="5080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2324100" y="2641600"/>
            <a:ext cx="63500" cy="381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2209800" y="2628900"/>
            <a:ext cx="63500" cy="381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2235200" y="2806700"/>
            <a:ext cx="50800" cy="3810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2235200" y="2641600"/>
            <a:ext cx="101600" cy="177800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2235200" y="2768600"/>
            <a:ext cx="63500" cy="6350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2235200" y="2794000"/>
            <a:ext cx="50800" cy="50800"/>
          </a:xfrm>
          <a:prstGeom prst="rect">
            <a:avLst/>
          </a:prstGeom>
        </p:spPr>
      </p:pic>
      <p:pic>
        <p:nvPicPr>
          <p:cNvPr id="77" name="Picture 7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2197100" y="2692400"/>
            <a:ext cx="38100" cy="381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2209800" y="2692400"/>
            <a:ext cx="50800" cy="635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2349500" y="2705100"/>
            <a:ext cx="38100" cy="381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2311400" y="2692400"/>
            <a:ext cx="50800" cy="63500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981200" y="2425700"/>
            <a:ext cx="457200" cy="304800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968500" y="2654300"/>
            <a:ext cx="127000" cy="152400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2006600" y="2692400"/>
            <a:ext cx="63500" cy="1016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2654300" y="3187700"/>
            <a:ext cx="152400" cy="139700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2730500" y="3225800"/>
            <a:ext cx="254000" cy="13970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841500" y="2933700"/>
            <a:ext cx="1168400" cy="876300"/>
          </a:xfrm>
          <a:prstGeom prst="rect">
            <a:avLst/>
          </a:prstGeom>
        </p:spPr>
      </p:pic>
      <p:pic>
        <p:nvPicPr>
          <p:cNvPr id="87" name="Picture 8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2717800" y="3327400"/>
            <a:ext cx="254000" cy="177800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2730500" y="3416300"/>
            <a:ext cx="215900" cy="177800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2755900" y="3492500"/>
            <a:ext cx="177800" cy="139700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 rot="198968">
            <a:off x="2235200" y="3403600"/>
            <a:ext cx="330200" cy="139700"/>
          </a:xfrm>
          <a:prstGeom prst="rect">
            <a:avLst/>
          </a:prstGeom>
        </p:spPr>
      </p:pic>
      <p:pic>
        <p:nvPicPr>
          <p:cNvPr id="91" name="Picture 9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1333500" y="2463800"/>
            <a:ext cx="304800" cy="29210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1727200" y="2108200"/>
            <a:ext cx="228600" cy="215900"/>
          </a:xfrm>
          <a:prstGeom prst="rect">
            <a:avLst/>
          </a:prstGeom>
        </p:spPr>
      </p:pic>
      <p:pic>
        <p:nvPicPr>
          <p:cNvPr id="93" name="Picture 9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1358900" y="2032000"/>
            <a:ext cx="177800" cy="152400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2933700" y="4318000"/>
            <a:ext cx="406400" cy="368300"/>
          </a:xfrm>
          <a:prstGeom prst="rect">
            <a:avLst/>
          </a:prstGeom>
        </p:spPr>
      </p:pic>
      <p:pic>
        <p:nvPicPr>
          <p:cNvPr id="95" name="Picture 9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3009900" y="4470400"/>
            <a:ext cx="114300" cy="38100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1816100" y="2933700"/>
            <a:ext cx="330200" cy="482600"/>
          </a:xfrm>
          <a:prstGeom prst="rect">
            <a:avLst/>
          </a:prstGeom>
        </p:spPr>
      </p:pic>
      <p:pic>
        <p:nvPicPr>
          <p:cNvPr id="97" name="Picture 9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1892300" y="3225800"/>
            <a:ext cx="215900" cy="127000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2032000" y="3086100"/>
            <a:ext cx="127000" cy="215900"/>
          </a:xfrm>
          <a:prstGeom prst="rect">
            <a:avLst/>
          </a:prstGeom>
        </p:spPr>
      </p:pic>
      <p:pic>
        <p:nvPicPr>
          <p:cNvPr id="99" name="Picture 9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2057400" y="3111500"/>
            <a:ext cx="25400" cy="63500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1828800" y="2997200"/>
            <a:ext cx="901700" cy="457200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1854200" y="3048000"/>
            <a:ext cx="177800" cy="25400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1892300" y="3111500"/>
            <a:ext cx="139700" cy="25400"/>
          </a:xfrm>
          <a:prstGeom prst="rect">
            <a:avLst/>
          </a:prstGeom>
        </p:spPr>
      </p:pic>
      <p:pic>
        <p:nvPicPr>
          <p:cNvPr id="103" name="Picture 10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1930400" y="3149600"/>
            <a:ext cx="114300" cy="25400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2489200" y="2984500"/>
            <a:ext cx="254000" cy="292100"/>
          </a:xfrm>
          <a:prstGeom prst="rect">
            <a:avLst/>
          </a:prstGeom>
        </p:spPr>
      </p:pic>
      <p:pic>
        <p:nvPicPr>
          <p:cNvPr id="105" name="Picture 10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2527300" y="3111500"/>
            <a:ext cx="127000" cy="127000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2552700" y="2946400"/>
            <a:ext cx="444500" cy="419100"/>
          </a:xfrm>
          <a:prstGeom prst="rect">
            <a:avLst/>
          </a:prstGeom>
        </p:spPr>
      </p:pic>
      <p:pic>
        <p:nvPicPr>
          <p:cNvPr id="107" name="Picture 10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2730500" y="3187700"/>
            <a:ext cx="203200" cy="127000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2667000" y="3111500"/>
            <a:ext cx="228600" cy="127000"/>
          </a:xfrm>
          <a:prstGeom prst="rect">
            <a:avLst/>
          </a:prstGeom>
        </p:spPr>
      </p:pic>
      <p:pic>
        <p:nvPicPr>
          <p:cNvPr id="109" name="Picture 10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2616200" y="3048000"/>
            <a:ext cx="215900" cy="101600"/>
          </a:xfrm>
          <a:prstGeom prst="rect">
            <a:avLst/>
          </a:prstGeom>
        </p:spPr>
      </p:pic>
      <p:sp>
        <p:nvSpPr>
          <p:cNvPr id="110" name="TextBox 110"/>
          <p:cNvSpPr txBox="1"/>
          <p:nvPr/>
        </p:nvSpPr>
        <p:spPr>
          <a:xfrm>
            <a:off x="4076700" y="3200400"/>
            <a:ext cx="4838700" cy="444500"/>
          </a:xfrm>
          <a:prstGeom prst="rect">
            <a:avLst/>
          </a:prstGeom>
        </p:spPr>
        <p:txBody>
          <a:bodyPr lIns="0" tIns="26667" rIns="0" bIns="26667" rtlCol="0" anchor="ctr"/>
          <a:lstStyle/>
          <a:p>
            <a:pPr lvl="0" algn="ctr">
              <a:lnSpc>
                <a:spcPct val="99600"/>
              </a:lnSpc>
            </a:pPr>
            <a:r>
              <a:rPr lang="en-US" sz="2099" b="1" i="0" u="none" strike="noStrike">
                <a:solidFill>
                  <a:srgbClr val="1F1F1F"/>
                </a:solidFill>
                <a:latin typeface="Noto Sans CJK KR Regular"/>
                <a:ea typeface="Noto Sans CJK KR Regular"/>
                <a:cs typeface="Noto Sans CJK KR Regular"/>
              </a:rPr>
              <a:t>저희는 AI로 끊어진 연결을 잇겠습니다.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3835400" y="4445000"/>
            <a:ext cx="4775200" cy="228600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900" b="1" i="0" u="none" strike="noStrike">
                <a:solidFill>
                  <a:srgbClr val="0F7FB7"/>
                </a:solidFill>
                <a:latin typeface="Noto Sans CJK KR Regular"/>
                <a:ea typeface="Noto Sans CJK KR Regular"/>
                <a:cs typeface="Noto Sans CJK KR Regular"/>
              </a:rPr>
              <a:t>Built with Flextudio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830</Words>
  <Application>Microsoft Office PowerPoint</Application>
  <PresentationFormat>화면 슬라이드 쇼(16:9)</PresentationFormat>
  <Paragraphs>112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CJK KR Regular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Msoft5036</cp:lastModifiedBy>
  <cp:revision>3</cp:revision>
  <dcterms:created xsi:type="dcterms:W3CDTF">2006-08-16T00:00:00Z</dcterms:created>
  <dcterms:modified xsi:type="dcterms:W3CDTF">2026-10-24T12:44:02Z</dcterms:modified>
</cp:coreProperties>
</file>